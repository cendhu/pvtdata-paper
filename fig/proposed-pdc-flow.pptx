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088D5-2C18-494F-8D61-3C9955F10F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7447E-BCB9-0E41-AEAF-190645CFE3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AA74D-9E26-F14C-BD2C-4DFB2BFBB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49D4B-FDCE-BD4A-9075-79469AC71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930EA-D59D-AC4E-9201-09CFEBEA6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91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AC896-0217-C848-9F68-2BD50A0B1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8D04A-A35E-694E-B9C0-5CCD01288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82455-2D11-2641-B096-D3E699450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9C94A-7A5D-734C-A2A6-8295546B7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21B894-4C6D-A342-A179-A7880223B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3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8E34-5113-9540-851B-D4033697D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B6376-354B-FC48-BC1F-4CADEC740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352D33-B232-5A4B-9E2F-F7E55EE1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94AF7-A22D-2B42-970C-9D4204769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CA62B-1D10-F24A-A567-1283F561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1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7E4F-D2D9-B547-B536-9B532AC72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3F739-A023-F145-831A-9A5BB4050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636C84-A954-7B46-A0ED-3ACB73E8A5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A02AE-8A54-CA4A-A7BC-98DAF7F05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4F59A-FA86-2C42-BAAE-BFDD90FD8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E9190-3143-2B4D-83A9-592F2553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197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8CDBF-4722-C149-B6C9-A444F33DD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979935-577A-F74F-8714-6FC529365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F4AF1-BA42-504A-B98A-4AF2916F2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2D177F-AB6A-734E-BB40-A9AA178F1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5D1B8-101D-2445-B82E-1BD5FF91B5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44ECE-FBE9-784B-ADD9-CB9D5A09C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B763FB-6CC6-4341-A5F5-12269162B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D356B-E186-2648-A786-D9C90C9AE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96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15BB2-8D27-2847-B87E-8C72360C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54E2A1-9D2B-634A-92ED-93BEBA3C8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BB9DAD-A878-0E4D-9132-29E3BF9BA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AE5B73-8119-7549-9218-B39BBCBF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2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7C58B7-B01B-E947-BC4D-815A9917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D7AAF3-F6AA-D94D-8CD8-F57B11F6E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7F9C-B36C-DF48-B4C4-678493802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41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63CE-BDDB-8848-98BF-A43DAEAB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F6841-12E6-2A46-ACEA-356482DAA1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E8958-C01F-8045-97E1-2111C8D50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B7133D-DF0E-CE4B-A21B-B2E207B09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09B0DC-9952-2246-B2F2-BAED7D255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38704-BDE0-C24F-866A-C60B2C0FE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024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99FA-B217-B74C-BD5B-1242072C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0DBC00-3FBB-7943-908A-916E53B17E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622C1-B363-984A-9E3A-D55C67CD4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0A787A-6328-4642-8C00-43CE2198F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86F0C-24AA-6A43-AACB-64E923526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9F6A2-1CF6-1E41-B684-9DC87AC0E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35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3DFD-32FE-B049-98B5-6018C468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F2881-F768-6840-B1E8-4CCAAC3B8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6A6C0-8906-E545-9111-300C8931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FDA52-94BF-8A4F-9225-C12D62024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49811-569E-1D4A-A556-4C212ADE1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585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5CE6FC-296F-E942-91E0-44231D369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81D989-BCAD-9040-9B98-B6559E02D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38F12-BB0A-B84B-A0B8-9A10E95E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44A96-DF2A-9B42-97F3-C931812A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5EC19-BD43-2141-9517-DF99C331E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502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55C425-0233-3F41-8181-AE45F223C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AC46F2-B4AD-3742-9191-5DE1B60C51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4FDC5-9075-FC44-9487-51B63F448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240C8B-7636-4C4C-9FA7-4342706BC1AA}" type="datetimeFigureOut">
              <a:rPr lang="en-US" smtClean="0"/>
              <a:t>12/15/20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F5A9A-8D2B-8C46-ACFB-E8A75C85E7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7B988-45B9-4045-B78B-6A7B51BFD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50ACC-AB05-234B-B9D7-F209C390B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37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B6D2D75-8E47-5D4E-B03B-53D531FF22A7}"/>
              </a:ext>
            </a:extLst>
          </p:cNvPr>
          <p:cNvCxnSpPr>
            <a:cxnSpLocks/>
          </p:cNvCxnSpPr>
          <p:nvPr/>
        </p:nvCxnSpPr>
        <p:spPr>
          <a:xfrm>
            <a:off x="2755082" y="1050727"/>
            <a:ext cx="0" cy="3168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513E95-70AE-2D46-B19E-733F38CF6D26}"/>
              </a:ext>
            </a:extLst>
          </p:cNvPr>
          <p:cNvCxnSpPr>
            <a:cxnSpLocks/>
          </p:cNvCxnSpPr>
          <p:nvPr/>
        </p:nvCxnSpPr>
        <p:spPr>
          <a:xfrm>
            <a:off x="5774110" y="1055986"/>
            <a:ext cx="0" cy="5112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6ABE3A-75CE-2546-9A88-69DBCFB641E1}"/>
              </a:ext>
            </a:extLst>
          </p:cNvPr>
          <p:cNvCxnSpPr/>
          <p:nvPr/>
        </p:nvCxnSpPr>
        <p:spPr>
          <a:xfrm>
            <a:off x="7398105" y="1064935"/>
            <a:ext cx="0" cy="5112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415620-C641-F047-86AA-A8EACF1490C5}"/>
              </a:ext>
            </a:extLst>
          </p:cNvPr>
          <p:cNvCxnSpPr/>
          <p:nvPr/>
        </p:nvCxnSpPr>
        <p:spPr>
          <a:xfrm>
            <a:off x="9559680" y="1055984"/>
            <a:ext cx="0" cy="4608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235EEB-1A3C-414E-959B-F9D498ACBC3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0658008" y="1348762"/>
            <a:ext cx="1" cy="306000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800F0A0-9F49-A547-A23C-538C81560E79}"/>
              </a:ext>
            </a:extLst>
          </p:cNvPr>
          <p:cNvSpPr txBox="1"/>
          <p:nvPr/>
        </p:nvSpPr>
        <p:spPr>
          <a:xfrm>
            <a:off x="2404929" y="702427"/>
            <a:ext cx="748923" cy="369332"/>
          </a:xfrm>
          <a:custGeom>
            <a:avLst/>
            <a:gdLst>
              <a:gd name="connsiteX0" fmla="*/ 0 w 748923"/>
              <a:gd name="connsiteY0" fmla="*/ 0 h 369332"/>
              <a:gd name="connsiteX1" fmla="*/ 374462 w 748923"/>
              <a:gd name="connsiteY1" fmla="*/ 0 h 369332"/>
              <a:gd name="connsiteX2" fmla="*/ 748923 w 748923"/>
              <a:gd name="connsiteY2" fmla="*/ 0 h 369332"/>
              <a:gd name="connsiteX3" fmla="*/ 748923 w 748923"/>
              <a:gd name="connsiteY3" fmla="*/ 369332 h 369332"/>
              <a:gd name="connsiteX4" fmla="*/ 366972 w 748923"/>
              <a:gd name="connsiteY4" fmla="*/ 369332 h 369332"/>
              <a:gd name="connsiteX5" fmla="*/ 0 w 748923"/>
              <a:gd name="connsiteY5" fmla="*/ 369332 h 369332"/>
              <a:gd name="connsiteX6" fmla="*/ 0 w 748923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8923" h="369332" extrusionOk="0">
                <a:moveTo>
                  <a:pt x="0" y="0"/>
                </a:moveTo>
                <a:cubicBezTo>
                  <a:pt x="144775" y="-13374"/>
                  <a:pt x="204202" y="31312"/>
                  <a:pt x="374462" y="0"/>
                </a:cubicBezTo>
                <a:cubicBezTo>
                  <a:pt x="544722" y="-31312"/>
                  <a:pt x="587979" y="41277"/>
                  <a:pt x="748923" y="0"/>
                </a:cubicBezTo>
                <a:cubicBezTo>
                  <a:pt x="760201" y="76821"/>
                  <a:pt x="743458" y="224808"/>
                  <a:pt x="748923" y="369332"/>
                </a:cubicBezTo>
                <a:cubicBezTo>
                  <a:pt x="619031" y="376594"/>
                  <a:pt x="488981" y="348127"/>
                  <a:pt x="366972" y="369332"/>
                </a:cubicBezTo>
                <a:cubicBezTo>
                  <a:pt x="244963" y="390537"/>
                  <a:pt x="163801" y="333304"/>
                  <a:pt x="0" y="369332"/>
                </a:cubicBezTo>
                <a:cubicBezTo>
                  <a:pt x="-14460" y="206015"/>
                  <a:pt x="31376" y="122007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1440956048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CB53A5-2135-DB40-8778-EFEFDD9A4FD6}"/>
              </a:ext>
            </a:extLst>
          </p:cNvPr>
          <p:cNvSpPr txBox="1"/>
          <p:nvPr/>
        </p:nvSpPr>
        <p:spPr>
          <a:xfrm>
            <a:off x="5389945" y="702427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22577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31381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93489" y="-1485"/>
                  <a:pt x="276646" y="23869"/>
                  <a:pt x="422577" y="0"/>
                </a:cubicBezTo>
                <a:cubicBezTo>
                  <a:pt x="568508" y="-23869"/>
                  <a:pt x="732185" y="47264"/>
                  <a:pt x="880369" y="0"/>
                </a:cubicBezTo>
                <a:cubicBezTo>
                  <a:pt x="902455" y="168514"/>
                  <a:pt x="837588" y="186414"/>
                  <a:pt x="880369" y="369332"/>
                </a:cubicBezTo>
                <a:cubicBezTo>
                  <a:pt x="782437" y="394693"/>
                  <a:pt x="597173" y="367990"/>
                  <a:pt x="431381" y="369332"/>
                </a:cubicBezTo>
                <a:cubicBezTo>
                  <a:pt x="265589" y="370674"/>
                  <a:pt x="211373" y="346670"/>
                  <a:pt x="0" y="369332"/>
                </a:cubicBezTo>
                <a:cubicBezTo>
                  <a:pt x="-14434" y="216357"/>
                  <a:pt x="29823" y="142265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254860041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F65CB9-D9BB-8243-A639-AF7EEEB8EA43}"/>
              </a:ext>
            </a:extLst>
          </p:cNvPr>
          <p:cNvSpPr txBox="1"/>
          <p:nvPr/>
        </p:nvSpPr>
        <p:spPr>
          <a:xfrm>
            <a:off x="7049341" y="702427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40185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66596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37690" y="-34391"/>
                  <a:pt x="313286" y="8261"/>
                  <a:pt x="440185" y="0"/>
                </a:cubicBezTo>
                <a:cubicBezTo>
                  <a:pt x="567084" y="-8261"/>
                  <a:pt x="785114" y="19968"/>
                  <a:pt x="880369" y="0"/>
                </a:cubicBezTo>
                <a:cubicBezTo>
                  <a:pt x="892371" y="103522"/>
                  <a:pt x="854135" y="205980"/>
                  <a:pt x="880369" y="369332"/>
                </a:cubicBezTo>
                <a:cubicBezTo>
                  <a:pt x="726937" y="400646"/>
                  <a:pt x="655275" y="329955"/>
                  <a:pt x="466596" y="369332"/>
                </a:cubicBezTo>
                <a:cubicBezTo>
                  <a:pt x="277917" y="408709"/>
                  <a:pt x="116275" y="341435"/>
                  <a:pt x="0" y="369332"/>
                </a:cubicBezTo>
                <a:cubicBezTo>
                  <a:pt x="-8145" y="184716"/>
                  <a:pt x="21404" y="142076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2673783484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9A30B-39CC-1749-85CB-552CAE1A72E8}"/>
              </a:ext>
            </a:extLst>
          </p:cNvPr>
          <p:cNvSpPr txBox="1"/>
          <p:nvPr/>
        </p:nvSpPr>
        <p:spPr>
          <a:xfrm>
            <a:off x="9139147" y="702427"/>
            <a:ext cx="880369" cy="369332"/>
          </a:xfrm>
          <a:custGeom>
            <a:avLst/>
            <a:gdLst>
              <a:gd name="connsiteX0" fmla="*/ 0 w 880369"/>
              <a:gd name="connsiteY0" fmla="*/ 0 h 369332"/>
              <a:gd name="connsiteX1" fmla="*/ 448988 w 880369"/>
              <a:gd name="connsiteY1" fmla="*/ 0 h 369332"/>
              <a:gd name="connsiteX2" fmla="*/ 880369 w 880369"/>
              <a:gd name="connsiteY2" fmla="*/ 0 h 369332"/>
              <a:gd name="connsiteX3" fmla="*/ 880369 w 880369"/>
              <a:gd name="connsiteY3" fmla="*/ 369332 h 369332"/>
              <a:gd name="connsiteX4" fmla="*/ 440185 w 880369"/>
              <a:gd name="connsiteY4" fmla="*/ 369332 h 369332"/>
              <a:gd name="connsiteX5" fmla="*/ 0 w 880369"/>
              <a:gd name="connsiteY5" fmla="*/ 369332 h 369332"/>
              <a:gd name="connsiteX6" fmla="*/ 0 w 880369"/>
              <a:gd name="connsiteY6" fmla="*/ 0 h 369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0369" h="369332" extrusionOk="0">
                <a:moveTo>
                  <a:pt x="0" y="0"/>
                </a:moveTo>
                <a:cubicBezTo>
                  <a:pt x="162374" y="-30347"/>
                  <a:pt x="274772" y="20443"/>
                  <a:pt x="448988" y="0"/>
                </a:cubicBezTo>
                <a:cubicBezTo>
                  <a:pt x="623204" y="-20443"/>
                  <a:pt x="711983" y="20035"/>
                  <a:pt x="880369" y="0"/>
                </a:cubicBezTo>
                <a:cubicBezTo>
                  <a:pt x="882177" y="98583"/>
                  <a:pt x="873859" y="217442"/>
                  <a:pt x="880369" y="369332"/>
                </a:cubicBezTo>
                <a:cubicBezTo>
                  <a:pt x="683671" y="414989"/>
                  <a:pt x="641365" y="327175"/>
                  <a:pt x="440185" y="369332"/>
                </a:cubicBezTo>
                <a:cubicBezTo>
                  <a:pt x="239005" y="411489"/>
                  <a:pt x="144893" y="337704"/>
                  <a:pt x="0" y="369332"/>
                </a:cubicBezTo>
                <a:cubicBezTo>
                  <a:pt x="-7535" y="224212"/>
                  <a:pt x="22777" y="165863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379212069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EB2180-7455-8642-87D7-719AE3AB5AB3}"/>
              </a:ext>
            </a:extLst>
          </p:cNvPr>
          <p:cNvSpPr txBox="1"/>
          <p:nvPr/>
        </p:nvSpPr>
        <p:spPr>
          <a:xfrm>
            <a:off x="10148895" y="702434"/>
            <a:ext cx="1018227" cy="646331"/>
          </a:xfrm>
          <a:custGeom>
            <a:avLst/>
            <a:gdLst>
              <a:gd name="connsiteX0" fmla="*/ 0 w 1018227"/>
              <a:gd name="connsiteY0" fmla="*/ 0 h 646331"/>
              <a:gd name="connsiteX1" fmla="*/ 488749 w 1018227"/>
              <a:gd name="connsiteY1" fmla="*/ 0 h 646331"/>
              <a:gd name="connsiteX2" fmla="*/ 1018227 w 1018227"/>
              <a:gd name="connsiteY2" fmla="*/ 0 h 646331"/>
              <a:gd name="connsiteX3" fmla="*/ 1018227 w 1018227"/>
              <a:gd name="connsiteY3" fmla="*/ 323166 h 646331"/>
              <a:gd name="connsiteX4" fmla="*/ 1018227 w 1018227"/>
              <a:gd name="connsiteY4" fmla="*/ 646331 h 646331"/>
              <a:gd name="connsiteX5" fmla="*/ 539660 w 1018227"/>
              <a:gd name="connsiteY5" fmla="*/ 646331 h 646331"/>
              <a:gd name="connsiteX6" fmla="*/ 0 w 1018227"/>
              <a:gd name="connsiteY6" fmla="*/ 646331 h 646331"/>
              <a:gd name="connsiteX7" fmla="*/ 0 w 1018227"/>
              <a:gd name="connsiteY7" fmla="*/ 316702 h 646331"/>
              <a:gd name="connsiteX8" fmla="*/ 0 w 1018227"/>
              <a:gd name="connsiteY8" fmla="*/ 0 h 64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18227" h="646331" extrusionOk="0">
                <a:moveTo>
                  <a:pt x="0" y="0"/>
                </a:moveTo>
                <a:cubicBezTo>
                  <a:pt x="157758" y="-58504"/>
                  <a:pt x="259165" y="26897"/>
                  <a:pt x="488749" y="0"/>
                </a:cubicBezTo>
                <a:cubicBezTo>
                  <a:pt x="718333" y="-26897"/>
                  <a:pt x="799888" y="13445"/>
                  <a:pt x="1018227" y="0"/>
                </a:cubicBezTo>
                <a:cubicBezTo>
                  <a:pt x="1025419" y="120678"/>
                  <a:pt x="1011281" y="219245"/>
                  <a:pt x="1018227" y="323166"/>
                </a:cubicBezTo>
                <a:cubicBezTo>
                  <a:pt x="1025173" y="427087"/>
                  <a:pt x="985755" y="567400"/>
                  <a:pt x="1018227" y="646331"/>
                </a:cubicBezTo>
                <a:cubicBezTo>
                  <a:pt x="825432" y="665572"/>
                  <a:pt x="748673" y="607475"/>
                  <a:pt x="539660" y="646331"/>
                </a:cubicBezTo>
                <a:cubicBezTo>
                  <a:pt x="330647" y="685187"/>
                  <a:pt x="207087" y="628700"/>
                  <a:pt x="0" y="646331"/>
                </a:cubicBezTo>
                <a:cubicBezTo>
                  <a:pt x="-27763" y="525965"/>
                  <a:pt x="32544" y="478963"/>
                  <a:pt x="0" y="316702"/>
                </a:cubicBezTo>
                <a:cubicBezTo>
                  <a:pt x="-32544" y="154441"/>
                  <a:pt x="47" y="156520"/>
                  <a:pt x="0" y="0"/>
                </a:cubicBezTo>
                <a:close/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extLst>
              <a:ext uri="{C807C97D-BFC1-408E-A445-0C87EB9F89A2}">
                <ask:lineSketchStyleProps xmlns:ask="http://schemas.microsoft.com/office/drawing/2018/sketchyshapes" sd="4135130866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Ordering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Service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7B6E6F-1DBE-8445-B44C-BE4E4D0609D6}"/>
              </a:ext>
            </a:extLst>
          </p:cNvPr>
          <p:cNvCxnSpPr>
            <a:cxnSpLocks/>
          </p:cNvCxnSpPr>
          <p:nvPr/>
        </p:nvCxnSpPr>
        <p:spPr>
          <a:xfrm flipV="1">
            <a:off x="2742319" y="1500974"/>
            <a:ext cx="3024000" cy="1652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A24AF84-CF15-D246-8AF0-C862F9B0918A}"/>
              </a:ext>
            </a:extLst>
          </p:cNvPr>
          <p:cNvSpPr txBox="1"/>
          <p:nvPr/>
        </p:nvSpPr>
        <p:spPr>
          <a:xfrm>
            <a:off x="3309553" y="1135181"/>
            <a:ext cx="20248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Private Data] </a:t>
            </a:r>
            <a:endParaRPr lang="en-US" baseline="-25000" dirty="0">
              <a:solidFill>
                <a:schemeClr val="bg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9F325C-54AC-124D-BB6F-4AD08C37AD87}"/>
              </a:ext>
            </a:extLst>
          </p:cNvPr>
          <p:cNvCxnSpPr>
            <a:cxnSpLocks/>
          </p:cNvCxnSpPr>
          <p:nvPr/>
        </p:nvCxnSpPr>
        <p:spPr>
          <a:xfrm flipH="1">
            <a:off x="9572046" y="3842210"/>
            <a:ext cx="1098327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828F80D-7A87-2747-9430-8ACB05D7134B}"/>
              </a:ext>
            </a:extLst>
          </p:cNvPr>
          <p:cNvCxnSpPr/>
          <p:nvPr/>
        </p:nvCxnSpPr>
        <p:spPr>
          <a:xfrm flipH="1">
            <a:off x="7410470" y="3894763"/>
            <a:ext cx="32400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476197-2A5A-6B44-8F65-D1234D19B402}"/>
              </a:ext>
            </a:extLst>
          </p:cNvPr>
          <p:cNvCxnSpPr/>
          <p:nvPr/>
        </p:nvCxnSpPr>
        <p:spPr>
          <a:xfrm flipH="1">
            <a:off x="5786476" y="3947316"/>
            <a:ext cx="4860000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EDEAE77-CF66-4345-A715-9CE0385982E6}"/>
              </a:ext>
            </a:extLst>
          </p:cNvPr>
          <p:cNvSpPr txBox="1"/>
          <p:nvPr/>
        </p:nvSpPr>
        <p:spPr>
          <a:xfrm>
            <a:off x="9762120" y="3424777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creation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8C483D-89B1-6543-B593-9908D0E55E6A}"/>
              </a:ext>
            </a:extLst>
          </p:cNvPr>
          <p:cNvSpPr txBox="1"/>
          <p:nvPr/>
        </p:nvSpPr>
        <p:spPr>
          <a:xfrm>
            <a:off x="8310017" y="3577326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E075CD-DF55-9E4F-A617-1818CCE51D8E}"/>
              </a:ext>
            </a:extLst>
          </p:cNvPr>
          <p:cNvSpPr txBox="1"/>
          <p:nvPr/>
        </p:nvSpPr>
        <p:spPr>
          <a:xfrm>
            <a:off x="4557413" y="5556690"/>
            <a:ext cx="3997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 private, publish, &amp; hashed data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5EFC77-3DC6-8741-B424-43AEC2FA2D38}"/>
              </a:ext>
            </a:extLst>
          </p:cNvPr>
          <p:cNvSpPr/>
          <p:nvPr/>
        </p:nvSpPr>
        <p:spPr>
          <a:xfrm>
            <a:off x="2896596" y="1253261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977B4CB-9810-7C49-8C64-4DB1AB261276}"/>
              </a:ext>
            </a:extLst>
          </p:cNvPr>
          <p:cNvSpPr/>
          <p:nvPr/>
        </p:nvSpPr>
        <p:spPr>
          <a:xfrm>
            <a:off x="10558953" y="332406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6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22C8B26-D538-EE40-A1D9-0163761D06EC}"/>
              </a:ext>
            </a:extLst>
          </p:cNvPr>
          <p:cNvSpPr/>
          <p:nvPr/>
        </p:nvSpPr>
        <p:spPr>
          <a:xfrm>
            <a:off x="7296798" y="3631474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B47D46A-3C8C-3046-AE74-A6A6C768FC3D}"/>
              </a:ext>
            </a:extLst>
          </p:cNvPr>
          <p:cNvSpPr/>
          <p:nvPr/>
        </p:nvSpPr>
        <p:spPr>
          <a:xfrm>
            <a:off x="9465689" y="3587104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536615-5BA3-6243-A81B-0AC84FA66CFC}"/>
              </a:ext>
            </a:extLst>
          </p:cNvPr>
          <p:cNvSpPr/>
          <p:nvPr/>
        </p:nvSpPr>
        <p:spPr>
          <a:xfrm>
            <a:off x="5680777" y="366812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7A15E63-D8C7-6842-9188-126DBF5D74AD}"/>
              </a:ext>
            </a:extLst>
          </p:cNvPr>
          <p:cNvSpPr txBox="1"/>
          <p:nvPr/>
        </p:nvSpPr>
        <p:spPr>
          <a:xfrm>
            <a:off x="6929358" y="4258677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of transactions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A895D8E-9E31-874D-9512-0125A38C5F7F}"/>
              </a:ext>
            </a:extLst>
          </p:cNvPr>
          <p:cNvSpPr/>
          <p:nvPr/>
        </p:nvSpPr>
        <p:spPr>
          <a:xfrm>
            <a:off x="5687927" y="4127890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A85623-3FAB-284B-9E8C-5E20DF398DFC}"/>
              </a:ext>
            </a:extLst>
          </p:cNvPr>
          <p:cNvSpPr/>
          <p:nvPr/>
        </p:nvSpPr>
        <p:spPr>
          <a:xfrm>
            <a:off x="7308597" y="4129819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8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77423F2-3049-7244-80B5-1A6A93943C0A}"/>
              </a:ext>
            </a:extLst>
          </p:cNvPr>
          <p:cNvSpPr/>
          <p:nvPr/>
        </p:nvSpPr>
        <p:spPr>
          <a:xfrm>
            <a:off x="9465126" y="4131746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8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454027-074D-B147-B1CA-700241BB205A}"/>
              </a:ext>
            </a:extLst>
          </p:cNvPr>
          <p:cNvCxnSpPr>
            <a:cxnSpLocks/>
          </p:cNvCxnSpPr>
          <p:nvPr/>
        </p:nvCxnSpPr>
        <p:spPr>
          <a:xfrm flipH="1">
            <a:off x="2779796" y="2234843"/>
            <a:ext cx="2988000" cy="2957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B24DB81-4BFC-A445-87AF-0FE2E5672278}"/>
              </a:ext>
            </a:extLst>
          </p:cNvPr>
          <p:cNvCxnSpPr>
            <a:cxnSpLocks/>
          </p:cNvCxnSpPr>
          <p:nvPr/>
        </p:nvCxnSpPr>
        <p:spPr>
          <a:xfrm flipV="1">
            <a:off x="2772256" y="3230984"/>
            <a:ext cx="7884000" cy="37509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FDF4FBCC-FE2F-8B4D-9D3D-45268F2F0425}"/>
              </a:ext>
            </a:extLst>
          </p:cNvPr>
          <p:cNvSpPr/>
          <p:nvPr/>
        </p:nvSpPr>
        <p:spPr>
          <a:xfrm>
            <a:off x="5891828" y="1798192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2515005-C854-CE4F-97D3-CF424A787EBD}"/>
              </a:ext>
            </a:extLst>
          </p:cNvPr>
          <p:cNvSpPr txBox="1"/>
          <p:nvPr/>
        </p:nvSpPr>
        <p:spPr>
          <a:xfrm>
            <a:off x="5772280" y="1421132"/>
            <a:ext cx="119776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17B065E-01E3-2748-82BF-FE5D83C3A449}"/>
              </a:ext>
            </a:extLst>
          </p:cNvPr>
          <p:cNvSpPr/>
          <p:nvPr/>
        </p:nvSpPr>
        <p:spPr>
          <a:xfrm>
            <a:off x="2783509" y="2002888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548DCF-08AD-DB4F-AAFB-73BF547836FC}"/>
              </a:ext>
            </a:extLst>
          </p:cNvPr>
          <p:cNvSpPr txBox="1"/>
          <p:nvPr/>
        </p:nvSpPr>
        <p:spPr>
          <a:xfrm>
            <a:off x="2494739" y="2861652"/>
            <a:ext cx="9006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[T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Public Data Read-Write Set, Hashed Data Read-Write Set, Endorsements]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AF58F7-7F49-854C-A942-322C25FA2577}"/>
              </a:ext>
            </a:extLst>
          </p:cNvPr>
          <p:cNvSpPr txBox="1"/>
          <p:nvPr/>
        </p:nvSpPr>
        <p:spPr>
          <a:xfrm>
            <a:off x="2856736" y="1649250"/>
            <a:ext cx="30752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response [T</a:t>
            </a:r>
            <a:r>
              <a:rPr lang="en-US" baseline="-250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Data Read-Write Set, 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Hashed Data Read-Write Set}, </a:t>
            </a:r>
          </a:p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Endorsements]</a:t>
            </a:r>
          </a:p>
        </p:txBody>
      </p:sp>
      <p:sp>
        <p:nvSpPr>
          <p:cNvPr id="45" name="Can 44">
            <a:extLst>
              <a:ext uri="{FF2B5EF4-FFF2-40B4-BE49-F238E27FC236}">
                <a16:creationId xmlns:a16="http://schemas.microsoft.com/office/drawing/2014/main" id="{FB8D202E-C568-614C-9951-9A7326CA3417}"/>
              </a:ext>
            </a:extLst>
          </p:cNvPr>
          <p:cNvSpPr/>
          <p:nvPr/>
        </p:nvSpPr>
        <p:spPr>
          <a:xfrm>
            <a:off x="6130318" y="359098"/>
            <a:ext cx="1075827" cy="375136"/>
          </a:xfrm>
          <a:custGeom>
            <a:avLst/>
            <a:gdLst>
              <a:gd name="connsiteX0" fmla="*/ 0 w 1075827"/>
              <a:gd name="connsiteY0" fmla="*/ 46892 h 375136"/>
              <a:gd name="connsiteX1" fmla="*/ 537914 w 1075827"/>
              <a:gd name="connsiteY1" fmla="*/ 93784 h 375136"/>
              <a:gd name="connsiteX2" fmla="*/ 1075828 w 1075827"/>
              <a:gd name="connsiteY2" fmla="*/ 46892 h 375136"/>
              <a:gd name="connsiteX3" fmla="*/ 1075827 w 1075827"/>
              <a:gd name="connsiteY3" fmla="*/ 328244 h 375136"/>
              <a:gd name="connsiteX4" fmla="*/ 537913 w 1075827"/>
              <a:gd name="connsiteY4" fmla="*/ 375136 h 375136"/>
              <a:gd name="connsiteX5" fmla="*/ -1 w 1075827"/>
              <a:gd name="connsiteY5" fmla="*/ 328244 h 375136"/>
              <a:gd name="connsiteX6" fmla="*/ 0 w 1075827"/>
              <a:gd name="connsiteY6" fmla="*/ 46892 h 375136"/>
              <a:gd name="connsiteX0" fmla="*/ 0 w 1075827"/>
              <a:gd name="connsiteY0" fmla="*/ 46892 h 375136"/>
              <a:gd name="connsiteX1" fmla="*/ 537914 w 1075827"/>
              <a:gd name="connsiteY1" fmla="*/ 0 h 375136"/>
              <a:gd name="connsiteX2" fmla="*/ 1075828 w 1075827"/>
              <a:gd name="connsiteY2" fmla="*/ 46892 h 375136"/>
              <a:gd name="connsiteX3" fmla="*/ 537914 w 1075827"/>
              <a:gd name="connsiteY3" fmla="*/ 93784 h 375136"/>
              <a:gd name="connsiteX4" fmla="*/ 0 w 1075827"/>
              <a:gd name="connsiteY4" fmla="*/ 46892 h 375136"/>
              <a:gd name="connsiteX0" fmla="*/ 1075827 w 1075827"/>
              <a:gd name="connsiteY0" fmla="*/ 46892 h 375136"/>
              <a:gd name="connsiteX1" fmla="*/ 537913 w 1075827"/>
              <a:gd name="connsiteY1" fmla="*/ 93784 h 375136"/>
              <a:gd name="connsiteX2" fmla="*/ -1 w 1075827"/>
              <a:gd name="connsiteY2" fmla="*/ 46892 h 375136"/>
              <a:gd name="connsiteX3" fmla="*/ 537913 w 1075827"/>
              <a:gd name="connsiteY3" fmla="*/ 0 h 375136"/>
              <a:gd name="connsiteX4" fmla="*/ 1075827 w 1075827"/>
              <a:gd name="connsiteY4" fmla="*/ 46892 h 375136"/>
              <a:gd name="connsiteX5" fmla="*/ 1075827 w 1075827"/>
              <a:gd name="connsiteY5" fmla="*/ 328244 h 375136"/>
              <a:gd name="connsiteX6" fmla="*/ 537913 w 1075827"/>
              <a:gd name="connsiteY6" fmla="*/ 375136 h 375136"/>
              <a:gd name="connsiteX7" fmla="*/ -1 w 1075827"/>
              <a:gd name="connsiteY7" fmla="*/ 328244 h 375136"/>
              <a:gd name="connsiteX8" fmla="*/ 0 w 1075827"/>
              <a:gd name="connsiteY8" fmla="*/ 46892 h 375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75827" h="375136" stroke="0" extrusionOk="0">
                <a:moveTo>
                  <a:pt x="0" y="46892"/>
                </a:moveTo>
                <a:cubicBezTo>
                  <a:pt x="-12058" y="65353"/>
                  <a:pt x="229442" y="98059"/>
                  <a:pt x="537914" y="93784"/>
                </a:cubicBezTo>
                <a:cubicBezTo>
                  <a:pt x="837316" y="94272"/>
                  <a:pt x="1069120" y="73003"/>
                  <a:pt x="1075828" y="46892"/>
                </a:cubicBezTo>
                <a:cubicBezTo>
                  <a:pt x="1066452" y="149833"/>
                  <a:pt x="1072152" y="254774"/>
                  <a:pt x="1075827" y="328244"/>
                </a:cubicBezTo>
                <a:cubicBezTo>
                  <a:pt x="1023131" y="325311"/>
                  <a:pt x="867272" y="390558"/>
                  <a:pt x="537913" y="375136"/>
                </a:cubicBezTo>
                <a:cubicBezTo>
                  <a:pt x="243686" y="375475"/>
                  <a:pt x="1563" y="350923"/>
                  <a:pt x="-1" y="328244"/>
                </a:cubicBezTo>
                <a:cubicBezTo>
                  <a:pt x="-22313" y="231043"/>
                  <a:pt x="-10431" y="150497"/>
                  <a:pt x="0" y="46892"/>
                </a:cubicBezTo>
                <a:close/>
              </a:path>
              <a:path w="1075827" h="375136" fill="lighten" stroke="0" extrusionOk="0">
                <a:moveTo>
                  <a:pt x="0" y="46892"/>
                </a:moveTo>
                <a:cubicBezTo>
                  <a:pt x="-1941" y="2483"/>
                  <a:pt x="208303" y="45205"/>
                  <a:pt x="537914" y="0"/>
                </a:cubicBezTo>
                <a:cubicBezTo>
                  <a:pt x="840931" y="3323"/>
                  <a:pt x="1076627" y="21186"/>
                  <a:pt x="1075828" y="46892"/>
                </a:cubicBezTo>
                <a:cubicBezTo>
                  <a:pt x="1009718" y="62097"/>
                  <a:pt x="877887" y="128861"/>
                  <a:pt x="537914" y="93784"/>
                </a:cubicBezTo>
                <a:cubicBezTo>
                  <a:pt x="242239" y="95879"/>
                  <a:pt x="594" y="78938"/>
                  <a:pt x="0" y="46892"/>
                </a:cubicBezTo>
                <a:close/>
              </a:path>
              <a:path w="1075827" h="375136" fill="none" extrusionOk="0">
                <a:moveTo>
                  <a:pt x="1075827" y="46892"/>
                </a:moveTo>
                <a:cubicBezTo>
                  <a:pt x="1115074" y="59589"/>
                  <a:pt x="832890" y="37016"/>
                  <a:pt x="537913" y="93784"/>
                </a:cubicBezTo>
                <a:cubicBezTo>
                  <a:pt x="243290" y="94297"/>
                  <a:pt x="-1068" y="74119"/>
                  <a:pt x="-1" y="46892"/>
                </a:cubicBezTo>
                <a:cubicBezTo>
                  <a:pt x="10861" y="-12414"/>
                  <a:pt x="269806" y="31329"/>
                  <a:pt x="537913" y="0"/>
                </a:cubicBezTo>
                <a:cubicBezTo>
                  <a:pt x="835748" y="2381"/>
                  <a:pt x="1078268" y="21848"/>
                  <a:pt x="1075827" y="46892"/>
                </a:cubicBezTo>
                <a:cubicBezTo>
                  <a:pt x="1094376" y="129561"/>
                  <a:pt x="1068624" y="231581"/>
                  <a:pt x="1075827" y="328244"/>
                </a:cubicBezTo>
                <a:cubicBezTo>
                  <a:pt x="1068307" y="355792"/>
                  <a:pt x="817442" y="429858"/>
                  <a:pt x="537913" y="375136"/>
                </a:cubicBezTo>
                <a:cubicBezTo>
                  <a:pt x="239400" y="370628"/>
                  <a:pt x="1976" y="352657"/>
                  <a:pt x="-1" y="328244"/>
                </a:cubicBezTo>
                <a:cubicBezTo>
                  <a:pt x="8849" y="219095"/>
                  <a:pt x="-25571" y="130873"/>
                  <a:pt x="0" y="46892"/>
                </a:cubicBezTo>
              </a:path>
              <a:path w="1075827" h="375136" fill="none" stroke="0" extrusionOk="0">
                <a:moveTo>
                  <a:pt x="1075827" y="46892"/>
                </a:moveTo>
                <a:cubicBezTo>
                  <a:pt x="1109043" y="123954"/>
                  <a:pt x="863437" y="128624"/>
                  <a:pt x="537913" y="93784"/>
                </a:cubicBezTo>
                <a:cubicBezTo>
                  <a:pt x="246336" y="88964"/>
                  <a:pt x="987" y="68141"/>
                  <a:pt x="-1" y="46892"/>
                </a:cubicBezTo>
                <a:cubicBezTo>
                  <a:pt x="-14642" y="23398"/>
                  <a:pt x="187252" y="-36969"/>
                  <a:pt x="537913" y="0"/>
                </a:cubicBezTo>
                <a:cubicBezTo>
                  <a:pt x="832040" y="-210"/>
                  <a:pt x="1074846" y="18995"/>
                  <a:pt x="1075827" y="46892"/>
                </a:cubicBezTo>
                <a:cubicBezTo>
                  <a:pt x="1108259" y="185398"/>
                  <a:pt x="1044027" y="188174"/>
                  <a:pt x="1075827" y="328244"/>
                </a:cubicBezTo>
                <a:cubicBezTo>
                  <a:pt x="1083773" y="355433"/>
                  <a:pt x="829086" y="375379"/>
                  <a:pt x="537913" y="375136"/>
                </a:cubicBezTo>
                <a:cubicBezTo>
                  <a:pt x="244519" y="368488"/>
                  <a:pt x="-2658" y="355508"/>
                  <a:pt x="-1" y="328244"/>
                </a:cubicBezTo>
                <a:cubicBezTo>
                  <a:pt x="3604" y="233697"/>
                  <a:pt x="2278" y="162304"/>
                  <a:pt x="0" y="46892"/>
                </a:cubicBezTo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can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PDC</a:t>
            </a:r>
          </a:p>
        </p:txBody>
      </p:sp>
      <p:sp>
        <p:nvSpPr>
          <p:cNvPr id="47" name="Can 46">
            <a:extLst>
              <a:ext uri="{FF2B5EF4-FFF2-40B4-BE49-F238E27FC236}">
                <a16:creationId xmlns:a16="http://schemas.microsoft.com/office/drawing/2014/main" id="{217B135B-3A69-3F47-9D9E-0CC98AE5A7A2}"/>
              </a:ext>
            </a:extLst>
          </p:cNvPr>
          <p:cNvSpPr/>
          <p:nvPr/>
        </p:nvSpPr>
        <p:spPr>
          <a:xfrm>
            <a:off x="4785569" y="269760"/>
            <a:ext cx="955055" cy="44147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 Store</a:t>
            </a:r>
          </a:p>
        </p:txBody>
      </p:sp>
      <p:sp>
        <p:nvSpPr>
          <p:cNvPr id="48" name="Can 47">
            <a:extLst>
              <a:ext uri="{FF2B5EF4-FFF2-40B4-BE49-F238E27FC236}">
                <a16:creationId xmlns:a16="http://schemas.microsoft.com/office/drawing/2014/main" id="{8531F44E-85A6-314B-95AF-CA9DB2DC943D}"/>
              </a:ext>
            </a:extLst>
          </p:cNvPr>
          <p:cNvSpPr/>
          <p:nvPr/>
        </p:nvSpPr>
        <p:spPr>
          <a:xfrm>
            <a:off x="7501138" y="260291"/>
            <a:ext cx="955055" cy="441478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Transient Store</a:t>
            </a:r>
          </a:p>
        </p:txBody>
      </p:sp>
      <p:cxnSp>
        <p:nvCxnSpPr>
          <p:cNvPr id="50" name="Curved Connector 49">
            <a:extLst>
              <a:ext uri="{FF2B5EF4-FFF2-40B4-BE49-F238E27FC236}">
                <a16:creationId xmlns:a16="http://schemas.microsoft.com/office/drawing/2014/main" id="{94B9B044-4C04-BB49-A6C6-E19CC56DC527}"/>
              </a:ext>
            </a:extLst>
          </p:cNvPr>
          <p:cNvCxnSpPr>
            <a:cxnSpLocks/>
            <a:stCxn id="37" idx="0"/>
            <a:endCxn id="47" idx="1"/>
          </p:cNvCxnSpPr>
          <p:nvPr/>
        </p:nvCxnSpPr>
        <p:spPr>
          <a:xfrm rot="16200000" flipV="1">
            <a:off x="5241444" y="291413"/>
            <a:ext cx="1151372" cy="1108065"/>
          </a:xfrm>
          <a:prstGeom prst="curvedConnector3">
            <a:avLst>
              <a:gd name="adj1" fmla="val 119855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3816DB-7E02-DE48-93FB-2E7EAE0986E4}"/>
              </a:ext>
            </a:extLst>
          </p:cNvPr>
          <p:cNvSpPr txBox="1"/>
          <p:nvPr/>
        </p:nvSpPr>
        <p:spPr>
          <a:xfrm>
            <a:off x="4603374" y="-42290"/>
            <a:ext cx="2157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the private data</a:t>
            </a:r>
          </a:p>
        </p:txBody>
      </p:sp>
      <p:cxnSp>
        <p:nvCxnSpPr>
          <p:cNvPr id="57" name="Curved Connector 56">
            <a:extLst>
              <a:ext uri="{FF2B5EF4-FFF2-40B4-BE49-F238E27FC236}">
                <a16:creationId xmlns:a16="http://schemas.microsoft.com/office/drawing/2014/main" id="{A59B0E2C-56BF-EF4C-BC89-C6887F07EF9D}"/>
              </a:ext>
            </a:extLst>
          </p:cNvPr>
          <p:cNvCxnSpPr>
            <a:cxnSpLocks/>
          </p:cNvCxnSpPr>
          <p:nvPr/>
        </p:nvCxnSpPr>
        <p:spPr>
          <a:xfrm flipV="1">
            <a:off x="6645194" y="1610483"/>
            <a:ext cx="798684" cy="343330"/>
          </a:xfrm>
          <a:prstGeom prst="curvedConnector3">
            <a:avLst>
              <a:gd name="adj1" fmla="val 50000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AB4C9CD-3310-4A45-ABDF-30DB2D7FE065}"/>
              </a:ext>
            </a:extLst>
          </p:cNvPr>
          <p:cNvSpPr txBox="1"/>
          <p:nvPr/>
        </p:nvSpPr>
        <p:spPr>
          <a:xfrm>
            <a:off x="7018464" y="1632467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send the private data </a:t>
            </a:r>
            <a:b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PDC members</a:t>
            </a:r>
          </a:p>
        </p:txBody>
      </p:sp>
      <p:cxnSp>
        <p:nvCxnSpPr>
          <p:cNvPr id="65" name="Curved Connector 64">
            <a:extLst>
              <a:ext uri="{FF2B5EF4-FFF2-40B4-BE49-F238E27FC236}">
                <a16:creationId xmlns:a16="http://schemas.microsoft.com/office/drawing/2014/main" id="{8D8F3797-B3B7-0A49-BFCC-C45C60BDC041}"/>
              </a:ext>
            </a:extLst>
          </p:cNvPr>
          <p:cNvCxnSpPr>
            <a:cxnSpLocks/>
            <a:endCxn id="48" idx="4"/>
          </p:cNvCxnSpPr>
          <p:nvPr/>
        </p:nvCxnSpPr>
        <p:spPr>
          <a:xfrm rot="5400000" flipH="1" flipV="1">
            <a:off x="7362422" y="516713"/>
            <a:ext cx="1129454" cy="1058088"/>
          </a:xfrm>
          <a:prstGeom prst="curvedConnector4">
            <a:avLst>
              <a:gd name="adj1" fmla="val 40228"/>
              <a:gd name="adj2" fmla="val 121605"/>
            </a:avLst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B92C89B5-8A7A-094F-AB97-EFA98B4EBD6E}"/>
              </a:ext>
            </a:extLst>
          </p:cNvPr>
          <p:cNvSpPr txBox="1"/>
          <p:nvPr/>
        </p:nvSpPr>
        <p:spPr>
          <a:xfrm>
            <a:off x="7382093" y="958504"/>
            <a:ext cx="18710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store the received </a:t>
            </a:r>
          </a:p>
          <a:p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 data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500F5AE-DF38-5146-BB87-FD70794D647B}"/>
              </a:ext>
            </a:extLst>
          </p:cNvPr>
          <p:cNvSpPr/>
          <p:nvPr/>
        </p:nvSpPr>
        <p:spPr>
          <a:xfrm>
            <a:off x="7113547" y="141781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B8C15416-EAB9-A442-BC81-F9E6FAC04201}"/>
              </a:ext>
            </a:extLst>
          </p:cNvPr>
          <p:cNvSpPr/>
          <p:nvPr/>
        </p:nvSpPr>
        <p:spPr>
          <a:xfrm>
            <a:off x="6376889" y="101316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6B55003D-3E72-3F44-8BDE-3888620166F6}"/>
              </a:ext>
            </a:extLst>
          </p:cNvPr>
          <p:cNvSpPr/>
          <p:nvPr/>
        </p:nvSpPr>
        <p:spPr>
          <a:xfrm>
            <a:off x="2789403" y="2944593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5</a:t>
            </a:r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1CD86CB-C70B-444E-90BD-C6C98DAB016B}"/>
              </a:ext>
            </a:extLst>
          </p:cNvPr>
          <p:cNvSpPr/>
          <p:nvPr/>
        </p:nvSpPr>
        <p:spPr>
          <a:xfrm>
            <a:off x="5679687" y="4613926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9CF1BE2B-66D5-9348-B0C3-0E9F2B89BFA8}"/>
              </a:ext>
            </a:extLst>
          </p:cNvPr>
          <p:cNvSpPr/>
          <p:nvPr/>
        </p:nvSpPr>
        <p:spPr>
          <a:xfrm>
            <a:off x="7300357" y="4615855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BC4ADE7-A8A5-EB47-90D4-B8A1917CE60C}"/>
              </a:ext>
            </a:extLst>
          </p:cNvPr>
          <p:cNvSpPr txBox="1"/>
          <p:nvPr/>
        </p:nvSpPr>
        <p:spPr>
          <a:xfrm>
            <a:off x="4458557" y="4758288"/>
            <a:ext cx="4237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 private data matching the hashed data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 either transient store or other members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F46B6256-629D-3544-ACBB-43E13AC2C5D8}"/>
              </a:ext>
            </a:extLst>
          </p:cNvPr>
          <p:cNvSpPr/>
          <p:nvPr/>
        </p:nvSpPr>
        <p:spPr>
          <a:xfrm>
            <a:off x="5521213" y="5503611"/>
            <a:ext cx="5148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41CFC5D5-3EAC-0E45-B9D6-2348D03EBDAE}"/>
              </a:ext>
            </a:extLst>
          </p:cNvPr>
          <p:cNvSpPr/>
          <p:nvPr/>
        </p:nvSpPr>
        <p:spPr>
          <a:xfrm>
            <a:off x="9456886" y="5482753"/>
            <a:ext cx="185195" cy="206143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2B48D52-B3E3-5842-BBE6-A02FA697B37A}"/>
              </a:ext>
            </a:extLst>
          </p:cNvPr>
          <p:cNvSpPr txBox="1"/>
          <p:nvPr/>
        </p:nvSpPr>
        <p:spPr>
          <a:xfrm>
            <a:off x="8823192" y="5593761"/>
            <a:ext cx="15824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 public </a:t>
            </a:r>
            <a:b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hashed data</a:t>
            </a:r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F2A52E5E-CD20-9142-89AE-F3B756170FCB}"/>
              </a:ext>
            </a:extLst>
          </p:cNvPr>
          <p:cNvSpPr/>
          <p:nvPr/>
        </p:nvSpPr>
        <p:spPr>
          <a:xfrm>
            <a:off x="7140705" y="5494769"/>
            <a:ext cx="5148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574023B-04B8-0742-9BCB-3420DE197CE4}"/>
              </a:ext>
            </a:extLst>
          </p:cNvPr>
          <p:cNvSpPr txBox="1"/>
          <p:nvPr/>
        </p:nvSpPr>
        <p:spPr>
          <a:xfrm>
            <a:off x="4462673" y="6104514"/>
            <a:ext cx="3997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 private data from transient store</a:t>
            </a: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0F8CDFF0-2A0A-7A4F-8BAC-50C8546BEABB}"/>
              </a:ext>
            </a:extLst>
          </p:cNvPr>
          <p:cNvSpPr/>
          <p:nvPr/>
        </p:nvSpPr>
        <p:spPr>
          <a:xfrm>
            <a:off x="5525329" y="6051435"/>
            <a:ext cx="5148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11</a:t>
            </a:r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483ED414-65A3-FF4D-9CE4-1CF380044FE0}"/>
              </a:ext>
            </a:extLst>
          </p:cNvPr>
          <p:cNvSpPr/>
          <p:nvPr/>
        </p:nvSpPr>
        <p:spPr>
          <a:xfrm>
            <a:off x="7144821" y="6042593"/>
            <a:ext cx="514800" cy="1440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0299012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135</Words>
  <Application>Microsoft Macintosh PowerPoint</Application>
  <PresentationFormat>Widescreen</PresentationFormat>
  <Paragraphs>47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Senthilnathan Natarajan</dc:creator>
  <cp:lastModifiedBy>Senthilnathan Natarajan</cp:lastModifiedBy>
  <cp:revision>8</cp:revision>
  <dcterms:created xsi:type="dcterms:W3CDTF">2020-12-15T12:26:55Z</dcterms:created>
  <dcterms:modified xsi:type="dcterms:W3CDTF">2020-12-15T14:08:28Z</dcterms:modified>
</cp:coreProperties>
</file>