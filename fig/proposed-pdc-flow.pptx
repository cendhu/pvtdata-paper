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418"/>
    <p:restoredTop sz="96327"/>
  </p:normalViewPr>
  <p:slideViewPr>
    <p:cSldViewPr snapToGrid="0" snapToObjects="1">
      <p:cViewPr varScale="1">
        <p:scale>
          <a:sx n="106" d="100"/>
          <a:sy n="106" d="100"/>
        </p:scale>
        <p:origin x="216" y="65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ableStyles" Target="tableStyles.xml"/><Relationship Id="rId5" Type="http://schemas.openxmlformats.org/officeDocument/2006/relationships/theme" Target="theme/theme1.xml"/><Relationship Id="rId4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58088D5-2C18-494F-8D61-3C9955F10F4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C997447E-BCB9-0E41-AEAF-190645CFE36B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GB"/>
              <a:t>Click to edit Master subtitle style</a:t>
            </a:r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0EAA74D-9E26-F14C-BD2C-4DFB2BFBBB4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A240C8B-7636-4C4C-9FA7-4342706BC1AA}" type="datetimeFigureOut">
              <a:rPr lang="en-US" smtClean="0"/>
              <a:t>1/7/21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8449D4B-FDCE-BD4A-9075-79469AC7130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0A930EA-D59D-AC4E-9201-09CFEBEA6FB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1F50ACC-AB05-234B-B9D7-F209C390B89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1009157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F9AC896-0217-C848-9F68-2BD50A0B133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C28D04A-A35E-694E-B9C0-5CCD0128814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6682455-2D11-2641-B096-D3E69945083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A240C8B-7636-4C4C-9FA7-4342706BC1AA}" type="datetimeFigureOut">
              <a:rPr lang="en-US" smtClean="0"/>
              <a:t>1/7/21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779C94A-7A5D-734C-A2A6-8295546B7E8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D21B894-4C6D-A342-A179-A7880223B43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1F50ACC-AB05-234B-B9D7-F209C390B89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25343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C018E34-5113-9540-851B-D4033697D34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37B6376-354B-FC48-BC1F-4CADEC7404D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3352D33-B232-5A4B-9E2F-F7E55EE10E7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A240C8B-7636-4C4C-9FA7-4342706BC1AA}" type="datetimeFigureOut">
              <a:rPr lang="en-US" smtClean="0"/>
              <a:t>1/7/21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7C94AF7-A22D-2B42-970C-9D4204769D4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3DCA62B-1D10-F24A-A567-1283F561537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1F50ACC-AB05-234B-B9D7-F209C390B89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5121256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F707E4F-D2D9-B547-B536-9B532AC72B6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5F3F739-A023-F145-831A-9A5BB4050A24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30636C84-A954-7B46-A0ED-3ACB73E8A52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240A02AE-8A54-CA4A-A7BC-98DAF7F05FE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A240C8B-7636-4C4C-9FA7-4342706BC1AA}" type="datetimeFigureOut">
              <a:rPr lang="en-US" smtClean="0"/>
              <a:t>1/7/21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8E24F59A-FA86-2C42-BAAE-BFDD90FD88E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DC3E9190-3143-2B4D-83A9-592F2553DBE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1F50ACC-AB05-234B-B9D7-F209C390B89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4919758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0C8CDBF-4722-C149-B6C9-A444F33DD7B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B979935-577A-F74F-8714-6FC52936568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C0FF4AF1-BA42-504A-B98A-4AF2916F241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5E2D177F-AB6A-734E-BB40-A9AA178F18C1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3CE5D1B8-101D-2445-B82E-1BD5FF91B508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CD444ECE-FBE9-784B-ADD9-CB9D5A09C4C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A240C8B-7636-4C4C-9FA7-4342706BC1AA}" type="datetimeFigureOut">
              <a:rPr lang="en-US" smtClean="0"/>
              <a:t>1/7/21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D1B763FB-6CC6-4341-A5F5-12269162BE1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FAED356B-E186-2648-A786-D9C90C9AE72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1F50ACC-AB05-234B-B9D7-F209C390B89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4229697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F215BB2-8D27-2847-B87E-8C72360C705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4854E2A1-9D2B-634A-92ED-93BEBA3C85B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A240C8B-7636-4C4C-9FA7-4342706BC1AA}" type="datetimeFigureOut">
              <a:rPr lang="en-US" smtClean="0"/>
              <a:t>1/7/21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17BB9DAD-A878-0E4D-9132-29E3BF9BA5A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7FAE5B73-8119-7549-9218-B39BBCBF77A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1F50ACC-AB05-234B-B9D7-F209C390B89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708299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C57C58B7-B01B-E947-BC4D-815A99174A9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A240C8B-7636-4C4C-9FA7-4342706BC1AA}" type="datetimeFigureOut">
              <a:rPr lang="en-US" smtClean="0"/>
              <a:t>1/7/21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C7D7AAF3-F6AA-D94D-8CD8-F57B11F6E50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F7B7F9C-B36C-DF48-B4C4-6784938025D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1F50ACC-AB05-234B-B9D7-F209C390B89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9841775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66963CE-BDDB-8848-98BF-A43DAEAB1AD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60F6841-12E6-2A46-ACEA-356482DAA15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EDAE8958-C01F-8045-97E1-2111C8D508BD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DCB7133D-DF0E-CE4B-A21B-B2E207B091D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A240C8B-7636-4C4C-9FA7-4342706BC1AA}" type="datetimeFigureOut">
              <a:rPr lang="en-US" smtClean="0"/>
              <a:t>1/7/21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9709B0DC-9952-2246-B2F2-BAED7D255A0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EED38704-BDE0-C24F-866A-C60B2C0FE78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1F50ACC-AB05-234B-B9D7-F209C390B89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2402418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20199FA-B217-B74C-BD5B-1242072C173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160DBC00-3FBB-7943-908A-916E53B17EDC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E15622C1-B363-984A-9E3A-D55C67CD4621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D0A787A-6328-4642-8C00-43CE2198F39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A240C8B-7636-4C4C-9FA7-4342706BC1AA}" type="datetimeFigureOut">
              <a:rPr lang="en-US" smtClean="0"/>
              <a:t>1/7/21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49086F0C-24AA-6A43-AACB-64E92352649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7D69F6A2-1CF6-1E41-B684-9DC87AC0E25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1F50ACC-AB05-234B-B9D7-F209C390B89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1373555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97E3DFD-32FE-B049-98B5-6018C4680E4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6C2F2881-F768-6840-B1E8-4CCAAC3B8BEC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266A6C0-8906-E545-9111-300C893144C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A240C8B-7636-4C4C-9FA7-4342706BC1AA}" type="datetimeFigureOut">
              <a:rPr lang="en-US" smtClean="0"/>
              <a:t>1/7/21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B9FDA52-94BF-8A4F-9225-C12D62024F6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8849811-569E-1D4A-A556-4C212ADE15D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1F50ACC-AB05-234B-B9D7-F209C390B89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4758544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915CE6FC-296F-E942-91E0-44231D369C9C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9581D989-BCAD-9040-9B98-B6559E02D811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0138F12-BB0A-B84B-A0B8-9A10E95E044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A240C8B-7636-4C4C-9FA7-4342706BC1AA}" type="datetimeFigureOut">
              <a:rPr lang="en-US" smtClean="0"/>
              <a:t>1/7/21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8544A96-DF2A-9B42-97F3-C931812A1E1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C05EC19-BD43-2141-9517-DF99C331EC1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1F50ACC-AB05-234B-B9D7-F209C390B89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5150207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BA55C425-0233-3F41-8181-AE45F223C51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2AC46F2-B4AD-3742-9191-5DE1B60C511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6C4FDC5-9075-FC44-9487-51B63F448195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A240C8B-7636-4C4C-9FA7-4342706BC1AA}" type="datetimeFigureOut">
              <a:rPr lang="en-US" smtClean="0"/>
              <a:t>1/7/21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B9F5A9A-8D2B-8C46-ACFB-E8A75C85E7E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E87B988-45B9-4045-B78B-6A7B51BFDB5C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F1F50ACC-AB05-234B-B9D7-F209C390B89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1083796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4" name="Straight Connector 3">
            <a:extLst>
              <a:ext uri="{FF2B5EF4-FFF2-40B4-BE49-F238E27FC236}">
                <a16:creationId xmlns:a16="http://schemas.microsoft.com/office/drawing/2014/main" id="{0B6D2D75-8E47-5D4E-B03B-53D531FF22A7}"/>
              </a:ext>
            </a:extLst>
          </p:cNvPr>
          <p:cNvCxnSpPr>
            <a:cxnSpLocks/>
          </p:cNvCxnSpPr>
          <p:nvPr/>
        </p:nvCxnSpPr>
        <p:spPr>
          <a:xfrm>
            <a:off x="2755082" y="1050727"/>
            <a:ext cx="0" cy="3168000"/>
          </a:xfrm>
          <a:prstGeom prst="line">
            <a:avLst/>
          </a:prstGeom>
          <a:ln w="19050">
            <a:solidFill>
              <a:schemeClr val="tx1"/>
            </a:soli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CA513E95-70AE-2D46-B19E-733F38CF6D26}"/>
              </a:ext>
            </a:extLst>
          </p:cNvPr>
          <p:cNvCxnSpPr>
            <a:cxnSpLocks/>
          </p:cNvCxnSpPr>
          <p:nvPr/>
        </p:nvCxnSpPr>
        <p:spPr>
          <a:xfrm>
            <a:off x="5774110" y="1055986"/>
            <a:ext cx="0" cy="5112000"/>
          </a:xfrm>
          <a:prstGeom prst="line">
            <a:avLst/>
          </a:prstGeom>
          <a:ln w="19050">
            <a:solidFill>
              <a:schemeClr val="tx1"/>
            </a:soli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D66ABE3A-75CE-2546-9A88-69DBCFB641E1}"/>
              </a:ext>
            </a:extLst>
          </p:cNvPr>
          <p:cNvCxnSpPr/>
          <p:nvPr/>
        </p:nvCxnSpPr>
        <p:spPr>
          <a:xfrm>
            <a:off x="7398105" y="1064935"/>
            <a:ext cx="0" cy="5112000"/>
          </a:xfrm>
          <a:prstGeom prst="line">
            <a:avLst/>
          </a:prstGeom>
          <a:ln w="19050">
            <a:solidFill>
              <a:schemeClr val="tx1"/>
            </a:soli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D8415620-C641-F047-86AA-A8EACF1490C5}"/>
              </a:ext>
            </a:extLst>
          </p:cNvPr>
          <p:cNvCxnSpPr/>
          <p:nvPr/>
        </p:nvCxnSpPr>
        <p:spPr>
          <a:xfrm>
            <a:off x="9639192" y="1055984"/>
            <a:ext cx="0" cy="4608000"/>
          </a:xfrm>
          <a:prstGeom prst="line">
            <a:avLst/>
          </a:prstGeom>
          <a:ln w="19050">
            <a:solidFill>
              <a:schemeClr val="tx1"/>
            </a:soli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46235EEB-1A3C-414E-959B-F9D498ACBC3E}"/>
              </a:ext>
            </a:extLst>
          </p:cNvPr>
          <p:cNvCxnSpPr>
            <a:cxnSpLocks/>
            <a:stCxn id="13" idx="2"/>
          </p:cNvCxnSpPr>
          <p:nvPr/>
        </p:nvCxnSpPr>
        <p:spPr>
          <a:xfrm flipH="1">
            <a:off x="10658008" y="1348762"/>
            <a:ext cx="1" cy="3060000"/>
          </a:xfrm>
          <a:prstGeom prst="line">
            <a:avLst/>
          </a:prstGeom>
          <a:ln w="19050">
            <a:solidFill>
              <a:schemeClr val="tx1"/>
            </a:soli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TextBox 8">
            <a:extLst>
              <a:ext uri="{FF2B5EF4-FFF2-40B4-BE49-F238E27FC236}">
                <a16:creationId xmlns:a16="http://schemas.microsoft.com/office/drawing/2014/main" id="{9800F0A0-9F49-A547-A23C-538C81560E79}"/>
              </a:ext>
            </a:extLst>
          </p:cNvPr>
          <p:cNvSpPr txBox="1"/>
          <p:nvPr/>
        </p:nvSpPr>
        <p:spPr>
          <a:xfrm>
            <a:off x="2404929" y="702427"/>
            <a:ext cx="748923" cy="369332"/>
          </a:xfrm>
          <a:custGeom>
            <a:avLst/>
            <a:gdLst>
              <a:gd name="connsiteX0" fmla="*/ 0 w 748923"/>
              <a:gd name="connsiteY0" fmla="*/ 0 h 369332"/>
              <a:gd name="connsiteX1" fmla="*/ 374462 w 748923"/>
              <a:gd name="connsiteY1" fmla="*/ 0 h 369332"/>
              <a:gd name="connsiteX2" fmla="*/ 748923 w 748923"/>
              <a:gd name="connsiteY2" fmla="*/ 0 h 369332"/>
              <a:gd name="connsiteX3" fmla="*/ 748923 w 748923"/>
              <a:gd name="connsiteY3" fmla="*/ 369332 h 369332"/>
              <a:gd name="connsiteX4" fmla="*/ 366972 w 748923"/>
              <a:gd name="connsiteY4" fmla="*/ 369332 h 369332"/>
              <a:gd name="connsiteX5" fmla="*/ 0 w 748923"/>
              <a:gd name="connsiteY5" fmla="*/ 369332 h 369332"/>
              <a:gd name="connsiteX6" fmla="*/ 0 w 748923"/>
              <a:gd name="connsiteY6" fmla="*/ 0 h 36933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748923" h="369332" extrusionOk="0">
                <a:moveTo>
                  <a:pt x="0" y="0"/>
                </a:moveTo>
                <a:cubicBezTo>
                  <a:pt x="144775" y="-13374"/>
                  <a:pt x="204202" y="31312"/>
                  <a:pt x="374462" y="0"/>
                </a:cubicBezTo>
                <a:cubicBezTo>
                  <a:pt x="544722" y="-31312"/>
                  <a:pt x="587979" y="41277"/>
                  <a:pt x="748923" y="0"/>
                </a:cubicBezTo>
                <a:cubicBezTo>
                  <a:pt x="760201" y="76821"/>
                  <a:pt x="743458" y="224808"/>
                  <a:pt x="748923" y="369332"/>
                </a:cubicBezTo>
                <a:cubicBezTo>
                  <a:pt x="619031" y="376594"/>
                  <a:pt x="488981" y="348127"/>
                  <a:pt x="366972" y="369332"/>
                </a:cubicBezTo>
                <a:cubicBezTo>
                  <a:pt x="244963" y="390537"/>
                  <a:pt x="163801" y="333304"/>
                  <a:pt x="0" y="369332"/>
                </a:cubicBezTo>
                <a:cubicBezTo>
                  <a:pt x="-14460" y="206015"/>
                  <a:pt x="31376" y="122007"/>
                  <a:pt x="0" y="0"/>
                </a:cubicBezTo>
                <a:close/>
              </a:path>
            </a:pathLst>
          </a:custGeom>
          <a:noFill/>
          <a:ln>
            <a:solidFill>
              <a:schemeClr val="bg1">
                <a:lumMod val="65000"/>
              </a:schemeClr>
            </a:solidFill>
            <a:extLst>
              <a:ext uri="{C807C97D-BFC1-408E-A445-0C87EB9F89A2}">
                <ask:lineSketchStyleProps xmlns:ask="http://schemas.microsoft.com/office/drawing/2018/sketchyshapes" sd="1440956048">
                  <a:prstGeom prst="rect">
                    <a:avLst/>
                  </a:prstGeom>
                  <ask:type>
                    <ask:lineSketchScribble/>
                  </ask:type>
                </ask:lineSketchStyleProps>
              </a:ext>
            </a:extLst>
          </a:ln>
        </p:spPr>
        <p:txBody>
          <a:bodyPr wrap="none" rtlCol="0">
            <a:spAutoFit/>
          </a:bodyPr>
          <a:lstStyle/>
          <a:p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Client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C5CB53A5-2135-DB40-8778-EFEFDD9A4FD6}"/>
              </a:ext>
            </a:extLst>
          </p:cNvPr>
          <p:cNvSpPr txBox="1"/>
          <p:nvPr/>
        </p:nvSpPr>
        <p:spPr>
          <a:xfrm>
            <a:off x="5389945" y="702427"/>
            <a:ext cx="880369" cy="369332"/>
          </a:xfrm>
          <a:custGeom>
            <a:avLst/>
            <a:gdLst>
              <a:gd name="connsiteX0" fmla="*/ 0 w 880369"/>
              <a:gd name="connsiteY0" fmla="*/ 0 h 369332"/>
              <a:gd name="connsiteX1" fmla="*/ 422577 w 880369"/>
              <a:gd name="connsiteY1" fmla="*/ 0 h 369332"/>
              <a:gd name="connsiteX2" fmla="*/ 880369 w 880369"/>
              <a:gd name="connsiteY2" fmla="*/ 0 h 369332"/>
              <a:gd name="connsiteX3" fmla="*/ 880369 w 880369"/>
              <a:gd name="connsiteY3" fmla="*/ 369332 h 369332"/>
              <a:gd name="connsiteX4" fmla="*/ 431381 w 880369"/>
              <a:gd name="connsiteY4" fmla="*/ 369332 h 369332"/>
              <a:gd name="connsiteX5" fmla="*/ 0 w 880369"/>
              <a:gd name="connsiteY5" fmla="*/ 369332 h 369332"/>
              <a:gd name="connsiteX6" fmla="*/ 0 w 880369"/>
              <a:gd name="connsiteY6" fmla="*/ 0 h 36933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880369" h="369332" extrusionOk="0">
                <a:moveTo>
                  <a:pt x="0" y="0"/>
                </a:moveTo>
                <a:cubicBezTo>
                  <a:pt x="193489" y="-1485"/>
                  <a:pt x="276646" y="23869"/>
                  <a:pt x="422577" y="0"/>
                </a:cubicBezTo>
                <a:cubicBezTo>
                  <a:pt x="568508" y="-23869"/>
                  <a:pt x="732185" y="47264"/>
                  <a:pt x="880369" y="0"/>
                </a:cubicBezTo>
                <a:cubicBezTo>
                  <a:pt x="902455" y="168514"/>
                  <a:pt x="837588" y="186414"/>
                  <a:pt x="880369" y="369332"/>
                </a:cubicBezTo>
                <a:cubicBezTo>
                  <a:pt x="782437" y="394693"/>
                  <a:pt x="597173" y="367990"/>
                  <a:pt x="431381" y="369332"/>
                </a:cubicBezTo>
                <a:cubicBezTo>
                  <a:pt x="265589" y="370674"/>
                  <a:pt x="211373" y="346670"/>
                  <a:pt x="0" y="369332"/>
                </a:cubicBezTo>
                <a:cubicBezTo>
                  <a:pt x="-14434" y="216357"/>
                  <a:pt x="29823" y="142265"/>
                  <a:pt x="0" y="0"/>
                </a:cubicBezTo>
                <a:close/>
              </a:path>
            </a:pathLst>
          </a:custGeom>
          <a:noFill/>
          <a:ln>
            <a:solidFill>
              <a:schemeClr val="bg1">
                <a:lumMod val="65000"/>
              </a:schemeClr>
            </a:solidFill>
            <a:extLst>
              <a:ext uri="{C807C97D-BFC1-408E-A445-0C87EB9F89A2}">
                <ask:lineSketchStyleProps xmlns:ask="http://schemas.microsoft.com/office/drawing/2018/sketchyshapes" sd="2548600415">
                  <a:prstGeom prst="rect">
                    <a:avLst/>
                  </a:prstGeom>
                  <ask:type>
                    <ask:lineSketchScribble/>
                  </ask:type>
                </ask:lineSketchStyleProps>
              </a:ext>
            </a:extLst>
          </a:ln>
        </p:spPr>
        <p:txBody>
          <a:bodyPr wrap="none" rtlCol="0">
            <a:spAutoFit/>
          </a:bodyPr>
          <a:lstStyle/>
          <a:p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Node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1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8EF65CB9-D9BB-8243-A639-AF7EEEB8EA43}"/>
              </a:ext>
            </a:extLst>
          </p:cNvPr>
          <p:cNvSpPr txBox="1"/>
          <p:nvPr/>
        </p:nvSpPr>
        <p:spPr>
          <a:xfrm>
            <a:off x="7049341" y="702427"/>
            <a:ext cx="880369" cy="369332"/>
          </a:xfrm>
          <a:custGeom>
            <a:avLst/>
            <a:gdLst>
              <a:gd name="connsiteX0" fmla="*/ 0 w 880369"/>
              <a:gd name="connsiteY0" fmla="*/ 0 h 369332"/>
              <a:gd name="connsiteX1" fmla="*/ 440185 w 880369"/>
              <a:gd name="connsiteY1" fmla="*/ 0 h 369332"/>
              <a:gd name="connsiteX2" fmla="*/ 880369 w 880369"/>
              <a:gd name="connsiteY2" fmla="*/ 0 h 369332"/>
              <a:gd name="connsiteX3" fmla="*/ 880369 w 880369"/>
              <a:gd name="connsiteY3" fmla="*/ 369332 h 369332"/>
              <a:gd name="connsiteX4" fmla="*/ 466596 w 880369"/>
              <a:gd name="connsiteY4" fmla="*/ 369332 h 369332"/>
              <a:gd name="connsiteX5" fmla="*/ 0 w 880369"/>
              <a:gd name="connsiteY5" fmla="*/ 369332 h 369332"/>
              <a:gd name="connsiteX6" fmla="*/ 0 w 880369"/>
              <a:gd name="connsiteY6" fmla="*/ 0 h 36933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880369" h="369332" extrusionOk="0">
                <a:moveTo>
                  <a:pt x="0" y="0"/>
                </a:moveTo>
                <a:cubicBezTo>
                  <a:pt x="137690" y="-34391"/>
                  <a:pt x="313286" y="8261"/>
                  <a:pt x="440185" y="0"/>
                </a:cubicBezTo>
                <a:cubicBezTo>
                  <a:pt x="567084" y="-8261"/>
                  <a:pt x="785114" y="19968"/>
                  <a:pt x="880369" y="0"/>
                </a:cubicBezTo>
                <a:cubicBezTo>
                  <a:pt x="892371" y="103522"/>
                  <a:pt x="854135" y="205980"/>
                  <a:pt x="880369" y="369332"/>
                </a:cubicBezTo>
                <a:cubicBezTo>
                  <a:pt x="726937" y="400646"/>
                  <a:pt x="655275" y="329955"/>
                  <a:pt x="466596" y="369332"/>
                </a:cubicBezTo>
                <a:cubicBezTo>
                  <a:pt x="277917" y="408709"/>
                  <a:pt x="116275" y="341435"/>
                  <a:pt x="0" y="369332"/>
                </a:cubicBezTo>
                <a:cubicBezTo>
                  <a:pt x="-8145" y="184716"/>
                  <a:pt x="21404" y="142076"/>
                  <a:pt x="0" y="0"/>
                </a:cubicBezTo>
                <a:close/>
              </a:path>
            </a:pathLst>
          </a:custGeom>
          <a:noFill/>
          <a:ln>
            <a:solidFill>
              <a:schemeClr val="bg1">
                <a:lumMod val="65000"/>
              </a:schemeClr>
            </a:solidFill>
            <a:extLst>
              <a:ext uri="{C807C97D-BFC1-408E-A445-0C87EB9F89A2}">
                <ask:lineSketchStyleProps xmlns:ask="http://schemas.microsoft.com/office/drawing/2018/sketchyshapes" sd="2673783484">
                  <a:prstGeom prst="rect">
                    <a:avLst/>
                  </a:prstGeom>
                  <ask:type>
                    <ask:lineSketchScribble/>
                  </ask:type>
                </ask:lineSketchStyleProps>
              </a:ext>
            </a:extLst>
          </a:ln>
        </p:spPr>
        <p:txBody>
          <a:bodyPr wrap="none" rtlCol="0">
            <a:spAutoFit/>
          </a:bodyPr>
          <a:lstStyle/>
          <a:p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Node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2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0799A30B-39CC-1749-85CB-552CAE1A72E8}"/>
              </a:ext>
            </a:extLst>
          </p:cNvPr>
          <p:cNvSpPr txBox="1"/>
          <p:nvPr/>
        </p:nvSpPr>
        <p:spPr>
          <a:xfrm>
            <a:off x="9218659" y="702427"/>
            <a:ext cx="880369" cy="369332"/>
          </a:xfrm>
          <a:custGeom>
            <a:avLst/>
            <a:gdLst>
              <a:gd name="connsiteX0" fmla="*/ 0 w 880369"/>
              <a:gd name="connsiteY0" fmla="*/ 0 h 369332"/>
              <a:gd name="connsiteX1" fmla="*/ 448988 w 880369"/>
              <a:gd name="connsiteY1" fmla="*/ 0 h 369332"/>
              <a:gd name="connsiteX2" fmla="*/ 880369 w 880369"/>
              <a:gd name="connsiteY2" fmla="*/ 0 h 369332"/>
              <a:gd name="connsiteX3" fmla="*/ 880369 w 880369"/>
              <a:gd name="connsiteY3" fmla="*/ 369332 h 369332"/>
              <a:gd name="connsiteX4" fmla="*/ 440185 w 880369"/>
              <a:gd name="connsiteY4" fmla="*/ 369332 h 369332"/>
              <a:gd name="connsiteX5" fmla="*/ 0 w 880369"/>
              <a:gd name="connsiteY5" fmla="*/ 369332 h 369332"/>
              <a:gd name="connsiteX6" fmla="*/ 0 w 880369"/>
              <a:gd name="connsiteY6" fmla="*/ 0 h 36933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880369" h="369332" extrusionOk="0">
                <a:moveTo>
                  <a:pt x="0" y="0"/>
                </a:moveTo>
                <a:cubicBezTo>
                  <a:pt x="162374" y="-30347"/>
                  <a:pt x="274772" y="20443"/>
                  <a:pt x="448988" y="0"/>
                </a:cubicBezTo>
                <a:cubicBezTo>
                  <a:pt x="623204" y="-20443"/>
                  <a:pt x="711983" y="20035"/>
                  <a:pt x="880369" y="0"/>
                </a:cubicBezTo>
                <a:cubicBezTo>
                  <a:pt x="882177" y="98583"/>
                  <a:pt x="873859" y="217442"/>
                  <a:pt x="880369" y="369332"/>
                </a:cubicBezTo>
                <a:cubicBezTo>
                  <a:pt x="683671" y="414989"/>
                  <a:pt x="641365" y="327175"/>
                  <a:pt x="440185" y="369332"/>
                </a:cubicBezTo>
                <a:cubicBezTo>
                  <a:pt x="239005" y="411489"/>
                  <a:pt x="144893" y="337704"/>
                  <a:pt x="0" y="369332"/>
                </a:cubicBezTo>
                <a:cubicBezTo>
                  <a:pt x="-7535" y="224212"/>
                  <a:pt x="22777" y="165863"/>
                  <a:pt x="0" y="0"/>
                </a:cubicBezTo>
                <a:close/>
              </a:path>
            </a:pathLst>
          </a:custGeom>
          <a:noFill/>
          <a:ln>
            <a:solidFill>
              <a:schemeClr val="bg1">
                <a:lumMod val="65000"/>
              </a:schemeClr>
            </a:solidFill>
            <a:extLst>
              <a:ext uri="{C807C97D-BFC1-408E-A445-0C87EB9F89A2}">
                <ask:lineSketchStyleProps xmlns:ask="http://schemas.microsoft.com/office/drawing/2018/sketchyshapes" sd="3792120690">
                  <a:prstGeom prst="rect">
                    <a:avLst/>
                  </a:prstGeom>
                  <ask:type>
                    <ask:lineSketchScribble/>
                  </ask:type>
                </ask:lineSketchStyleProps>
              </a:ext>
            </a:extLst>
          </a:ln>
        </p:spPr>
        <p:txBody>
          <a:bodyPr wrap="none" rtlCol="0">
            <a:spAutoFit/>
          </a:bodyPr>
          <a:lstStyle/>
          <a:p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Node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n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99EB2180-7455-8642-87D7-719AE3AB5AB3}"/>
              </a:ext>
            </a:extLst>
          </p:cNvPr>
          <p:cNvSpPr txBox="1"/>
          <p:nvPr/>
        </p:nvSpPr>
        <p:spPr>
          <a:xfrm>
            <a:off x="10148895" y="702434"/>
            <a:ext cx="1018227" cy="646331"/>
          </a:xfrm>
          <a:custGeom>
            <a:avLst/>
            <a:gdLst>
              <a:gd name="connsiteX0" fmla="*/ 0 w 1018227"/>
              <a:gd name="connsiteY0" fmla="*/ 0 h 646331"/>
              <a:gd name="connsiteX1" fmla="*/ 488749 w 1018227"/>
              <a:gd name="connsiteY1" fmla="*/ 0 h 646331"/>
              <a:gd name="connsiteX2" fmla="*/ 1018227 w 1018227"/>
              <a:gd name="connsiteY2" fmla="*/ 0 h 646331"/>
              <a:gd name="connsiteX3" fmla="*/ 1018227 w 1018227"/>
              <a:gd name="connsiteY3" fmla="*/ 323166 h 646331"/>
              <a:gd name="connsiteX4" fmla="*/ 1018227 w 1018227"/>
              <a:gd name="connsiteY4" fmla="*/ 646331 h 646331"/>
              <a:gd name="connsiteX5" fmla="*/ 539660 w 1018227"/>
              <a:gd name="connsiteY5" fmla="*/ 646331 h 646331"/>
              <a:gd name="connsiteX6" fmla="*/ 0 w 1018227"/>
              <a:gd name="connsiteY6" fmla="*/ 646331 h 646331"/>
              <a:gd name="connsiteX7" fmla="*/ 0 w 1018227"/>
              <a:gd name="connsiteY7" fmla="*/ 316702 h 646331"/>
              <a:gd name="connsiteX8" fmla="*/ 0 w 1018227"/>
              <a:gd name="connsiteY8" fmla="*/ 0 h 64633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1018227" h="646331" extrusionOk="0">
                <a:moveTo>
                  <a:pt x="0" y="0"/>
                </a:moveTo>
                <a:cubicBezTo>
                  <a:pt x="157758" y="-58504"/>
                  <a:pt x="259165" y="26897"/>
                  <a:pt x="488749" y="0"/>
                </a:cubicBezTo>
                <a:cubicBezTo>
                  <a:pt x="718333" y="-26897"/>
                  <a:pt x="799888" y="13445"/>
                  <a:pt x="1018227" y="0"/>
                </a:cubicBezTo>
                <a:cubicBezTo>
                  <a:pt x="1025419" y="120678"/>
                  <a:pt x="1011281" y="219245"/>
                  <a:pt x="1018227" y="323166"/>
                </a:cubicBezTo>
                <a:cubicBezTo>
                  <a:pt x="1025173" y="427087"/>
                  <a:pt x="985755" y="567400"/>
                  <a:pt x="1018227" y="646331"/>
                </a:cubicBezTo>
                <a:cubicBezTo>
                  <a:pt x="825432" y="665572"/>
                  <a:pt x="748673" y="607475"/>
                  <a:pt x="539660" y="646331"/>
                </a:cubicBezTo>
                <a:cubicBezTo>
                  <a:pt x="330647" y="685187"/>
                  <a:pt x="207087" y="628700"/>
                  <a:pt x="0" y="646331"/>
                </a:cubicBezTo>
                <a:cubicBezTo>
                  <a:pt x="-27763" y="525965"/>
                  <a:pt x="32544" y="478963"/>
                  <a:pt x="0" y="316702"/>
                </a:cubicBezTo>
                <a:cubicBezTo>
                  <a:pt x="-32544" y="154441"/>
                  <a:pt x="47" y="156520"/>
                  <a:pt x="0" y="0"/>
                </a:cubicBezTo>
                <a:close/>
              </a:path>
            </a:pathLst>
          </a:custGeom>
          <a:noFill/>
          <a:ln>
            <a:solidFill>
              <a:schemeClr val="bg1">
                <a:lumMod val="65000"/>
              </a:schemeClr>
            </a:solidFill>
            <a:extLst>
              <a:ext uri="{C807C97D-BFC1-408E-A445-0C87EB9F89A2}">
                <ask:lineSketchStyleProps xmlns:ask="http://schemas.microsoft.com/office/drawing/2018/sketchyshapes" sd="4135130866">
                  <a:prstGeom prst="rect">
                    <a:avLst/>
                  </a:prstGeom>
                  <ask:type>
                    <ask:lineSketchScribble/>
                  </ask:type>
                </ask:lineSketchStyleProps>
              </a:ext>
            </a:extLst>
          </a:ln>
        </p:spPr>
        <p:txBody>
          <a:bodyPr wrap="none" rtlCol="0">
            <a:spAutoFit/>
          </a:bodyPr>
          <a:lstStyle/>
          <a:p>
            <a:pPr algn="ctr"/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Ordering</a:t>
            </a:r>
            <a:b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Service</a:t>
            </a:r>
          </a:p>
        </p:txBody>
      </p:sp>
      <p:cxnSp>
        <p:nvCxnSpPr>
          <p:cNvPr id="14" name="Straight Arrow Connector 13">
            <a:extLst>
              <a:ext uri="{FF2B5EF4-FFF2-40B4-BE49-F238E27FC236}">
                <a16:creationId xmlns:a16="http://schemas.microsoft.com/office/drawing/2014/main" id="{F07B6E6F-1DBE-8445-B44C-BE4E4D0609D6}"/>
              </a:ext>
            </a:extLst>
          </p:cNvPr>
          <p:cNvCxnSpPr>
            <a:cxnSpLocks/>
          </p:cNvCxnSpPr>
          <p:nvPr/>
        </p:nvCxnSpPr>
        <p:spPr>
          <a:xfrm flipV="1">
            <a:off x="2742319" y="1500974"/>
            <a:ext cx="3024000" cy="16520"/>
          </a:xfrm>
          <a:prstGeom prst="straightConnector1">
            <a:avLst/>
          </a:prstGeom>
          <a:ln w="9525" cap="flat" cmpd="sng" algn="ctr">
            <a:solidFill>
              <a:schemeClr val="dk1"/>
            </a:solidFill>
            <a:prstDash val="solid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sp>
        <p:nvSpPr>
          <p:cNvPr id="15" name="TextBox 14">
            <a:extLst>
              <a:ext uri="{FF2B5EF4-FFF2-40B4-BE49-F238E27FC236}">
                <a16:creationId xmlns:a16="http://schemas.microsoft.com/office/drawing/2014/main" id="{EA24AF84-CF15-D246-8AF0-C862F9B0918A}"/>
              </a:ext>
            </a:extLst>
          </p:cNvPr>
          <p:cNvSpPr txBox="1"/>
          <p:nvPr/>
        </p:nvSpPr>
        <p:spPr>
          <a:xfrm>
            <a:off x="3309553" y="1135181"/>
            <a:ext cx="2024895" cy="3847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900" dirty="0">
                <a:solidFill>
                  <a:schemeClr val="bg2">
                    <a:lumMod val="50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[T</a:t>
            </a:r>
            <a:r>
              <a:rPr lang="en-US" sz="1900" baseline="-25000" dirty="0">
                <a:solidFill>
                  <a:schemeClr val="bg2">
                    <a:lumMod val="50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i</a:t>
            </a:r>
            <a:r>
              <a:rPr lang="en-US" sz="1900" dirty="0">
                <a:solidFill>
                  <a:schemeClr val="bg2">
                    <a:lumMod val="50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, Private Data] </a:t>
            </a:r>
            <a:endParaRPr lang="en-US" sz="1900" baseline="-25000" dirty="0">
              <a:solidFill>
                <a:schemeClr val="bg2">
                  <a:lumMod val="50000"/>
                </a:schemeClr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cxnSp>
        <p:nvCxnSpPr>
          <p:cNvPr id="16" name="Straight Arrow Connector 15">
            <a:extLst>
              <a:ext uri="{FF2B5EF4-FFF2-40B4-BE49-F238E27FC236}">
                <a16:creationId xmlns:a16="http://schemas.microsoft.com/office/drawing/2014/main" id="{2C9F325C-54AC-124D-BB6F-4AD08C37AD87}"/>
              </a:ext>
            </a:extLst>
          </p:cNvPr>
          <p:cNvCxnSpPr>
            <a:cxnSpLocks/>
          </p:cNvCxnSpPr>
          <p:nvPr/>
        </p:nvCxnSpPr>
        <p:spPr>
          <a:xfrm flipH="1">
            <a:off x="9648000" y="3840064"/>
            <a:ext cx="1008000" cy="0"/>
          </a:xfrm>
          <a:prstGeom prst="straightConnector1">
            <a:avLst/>
          </a:prstGeom>
          <a:ln w="9525" cap="flat" cmpd="sng" algn="ctr">
            <a:solidFill>
              <a:schemeClr val="dk1"/>
            </a:solidFill>
            <a:prstDash val="solid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17" name="Straight Arrow Connector 16">
            <a:extLst>
              <a:ext uri="{FF2B5EF4-FFF2-40B4-BE49-F238E27FC236}">
                <a16:creationId xmlns:a16="http://schemas.microsoft.com/office/drawing/2014/main" id="{0828F80D-7A87-2747-9430-8ACB05D7134B}"/>
              </a:ext>
            </a:extLst>
          </p:cNvPr>
          <p:cNvCxnSpPr/>
          <p:nvPr/>
        </p:nvCxnSpPr>
        <p:spPr>
          <a:xfrm flipH="1">
            <a:off x="7410470" y="3894763"/>
            <a:ext cx="3240000" cy="0"/>
          </a:xfrm>
          <a:prstGeom prst="straightConnector1">
            <a:avLst/>
          </a:prstGeom>
          <a:ln w="9525" cap="flat" cmpd="sng" algn="ctr">
            <a:solidFill>
              <a:schemeClr val="dk1"/>
            </a:solidFill>
            <a:prstDash val="solid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18" name="Straight Arrow Connector 17">
            <a:extLst>
              <a:ext uri="{FF2B5EF4-FFF2-40B4-BE49-F238E27FC236}">
                <a16:creationId xmlns:a16="http://schemas.microsoft.com/office/drawing/2014/main" id="{42476197-2A5A-6B44-8F65-D1234D19B402}"/>
              </a:ext>
            </a:extLst>
          </p:cNvPr>
          <p:cNvCxnSpPr/>
          <p:nvPr/>
        </p:nvCxnSpPr>
        <p:spPr>
          <a:xfrm flipH="1">
            <a:off x="5786476" y="3947316"/>
            <a:ext cx="4860000" cy="0"/>
          </a:xfrm>
          <a:prstGeom prst="straightConnector1">
            <a:avLst/>
          </a:prstGeom>
          <a:ln w="9525" cap="flat" cmpd="sng" algn="ctr">
            <a:solidFill>
              <a:schemeClr val="dk1"/>
            </a:solidFill>
            <a:prstDash val="solid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sp>
        <p:nvSpPr>
          <p:cNvPr id="19" name="TextBox 18">
            <a:extLst>
              <a:ext uri="{FF2B5EF4-FFF2-40B4-BE49-F238E27FC236}">
                <a16:creationId xmlns:a16="http://schemas.microsoft.com/office/drawing/2014/main" id="{2EDEAE77-CF66-4345-A715-9CE0385982E6}"/>
              </a:ext>
            </a:extLst>
          </p:cNvPr>
          <p:cNvSpPr txBox="1"/>
          <p:nvPr/>
        </p:nvSpPr>
        <p:spPr>
          <a:xfrm>
            <a:off x="9762120" y="3424777"/>
            <a:ext cx="1568058" cy="3847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900" dirty="0">
                <a:solidFill>
                  <a:schemeClr val="bg2">
                    <a:lumMod val="50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block creation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278C483D-89B1-6543-B593-9908D0E55E6A}"/>
              </a:ext>
            </a:extLst>
          </p:cNvPr>
          <p:cNvSpPr txBox="1"/>
          <p:nvPr/>
        </p:nvSpPr>
        <p:spPr>
          <a:xfrm>
            <a:off x="8310017" y="3577326"/>
            <a:ext cx="724878" cy="3847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900" dirty="0">
                <a:solidFill>
                  <a:schemeClr val="bg2">
                    <a:lumMod val="50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block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C8E075CD-DF55-9E4F-A617-1818CCE51D8E}"/>
              </a:ext>
            </a:extLst>
          </p:cNvPr>
          <p:cNvSpPr txBox="1"/>
          <p:nvPr/>
        </p:nvSpPr>
        <p:spPr>
          <a:xfrm>
            <a:off x="5217588" y="5568722"/>
            <a:ext cx="3997636" cy="3847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900" dirty="0">
                <a:solidFill>
                  <a:schemeClr val="bg2">
                    <a:lumMod val="50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commit private, publish, &amp; hashed data</a:t>
            </a:r>
          </a:p>
        </p:txBody>
      </p:sp>
      <p:sp>
        <p:nvSpPr>
          <p:cNvPr id="22" name="Oval 21">
            <a:extLst>
              <a:ext uri="{FF2B5EF4-FFF2-40B4-BE49-F238E27FC236}">
                <a16:creationId xmlns:a16="http://schemas.microsoft.com/office/drawing/2014/main" id="{F75EFC77-3DC6-8741-B424-43AEC2FA2D38}"/>
              </a:ext>
            </a:extLst>
          </p:cNvPr>
          <p:cNvSpPr/>
          <p:nvPr/>
        </p:nvSpPr>
        <p:spPr>
          <a:xfrm>
            <a:off x="2896596" y="1253261"/>
            <a:ext cx="185195" cy="206143"/>
          </a:xfrm>
          <a:prstGeom prst="ellipse">
            <a:avLst/>
          </a:prstGeom>
          <a:solidFill>
            <a:schemeClr val="tx1">
              <a:lumMod val="65000"/>
              <a:lumOff val="35000"/>
            </a:schemeClr>
          </a:solidFill>
          <a:ln>
            <a:solidFill>
              <a:schemeClr val="tx1">
                <a:lumMod val="65000"/>
                <a:lumOff val="3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700" dirty="0"/>
              <a:t>1</a:t>
            </a:r>
          </a:p>
        </p:txBody>
      </p:sp>
      <p:sp>
        <p:nvSpPr>
          <p:cNvPr id="23" name="Oval 22">
            <a:extLst>
              <a:ext uri="{FF2B5EF4-FFF2-40B4-BE49-F238E27FC236}">
                <a16:creationId xmlns:a16="http://schemas.microsoft.com/office/drawing/2014/main" id="{E977B4CB-9810-7C49-8C64-4DB1AB261276}"/>
              </a:ext>
            </a:extLst>
          </p:cNvPr>
          <p:cNvSpPr/>
          <p:nvPr/>
        </p:nvSpPr>
        <p:spPr>
          <a:xfrm>
            <a:off x="10558953" y="3324060"/>
            <a:ext cx="185195" cy="206143"/>
          </a:xfrm>
          <a:prstGeom prst="ellipse">
            <a:avLst/>
          </a:prstGeom>
          <a:solidFill>
            <a:schemeClr val="tx1">
              <a:lumMod val="65000"/>
              <a:lumOff val="35000"/>
            </a:schemeClr>
          </a:solidFill>
          <a:ln>
            <a:solidFill>
              <a:schemeClr val="tx1">
                <a:lumMod val="65000"/>
                <a:lumOff val="3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700" dirty="0"/>
              <a:t>6</a:t>
            </a:r>
          </a:p>
        </p:txBody>
      </p:sp>
      <p:sp>
        <p:nvSpPr>
          <p:cNvPr id="24" name="Oval 23">
            <a:extLst>
              <a:ext uri="{FF2B5EF4-FFF2-40B4-BE49-F238E27FC236}">
                <a16:creationId xmlns:a16="http://schemas.microsoft.com/office/drawing/2014/main" id="{122C8B26-D538-EE40-A1D9-0163761D06EC}"/>
              </a:ext>
            </a:extLst>
          </p:cNvPr>
          <p:cNvSpPr/>
          <p:nvPr/>
        </p:nvSpPr>
        <p:spPr>
          <a:xfrm>
            <a:off x="7296798" y="3631474"/>
            <a:ext cx="185195" cy="206143"/>
          </a:xfrm>
          <a:prstGeom prst="ellipse">
            <a:avLst/>
          </a:prstGeom>
          <a:solidFill>
            <a:schemeClr val="tx1">
              <a:lumMod val="65000"/>
              <a:lumOff val="35000"/>
            </a:schemeClr>
          </a:solidFill>
          <a:ln>
            <a:solidFill>
              <a:schemeClr val="tx1">
                <a:lumMod val="65000"/>
                <a:lumOff val="3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700" dirty="0"/>
              <a:t>7</a:t>
            </a:r>
          </a:p>
        </p:txBody>
      </p:sp>
      <p:sp>
        <p:nvSpPr>
          <p:cNvPr id="26" name="Oval 25">
            <a:extLst>
              <a:ext uri="{FF2B5EF4-FFF2-40B4-BE49-F238E27FC236}">
                <a16:creationId xmlns:a16="http://schemas.microsoft.com/office/drawing/2014/main" id="{3B47D46A-3C8C-3046-AE74-A6A6C768FC3D}"/>
              </a:ext>
            </a:extLst>
          </p:cNvPr>
          <p:cNvSpPr/>
          <p:nvPr/>
        </p:nvSpPr>
        <p:spPr>
          <a:xfrm>
            <a:off x="9545201" y="3587104"/>
            <a:ext cx="185195" cy="206143"/>
          </a:xfrm>
          <a:prstGeom prst="ellipse">
            <a:avLst/>
          </a:prstGeom>
          <a:solidFill>
            <a:schemeClr val="tx1">
              <a:lumMod val="65000"/>
              <a:lumOff val="35000"/>
            </a:schemeClr>
          </a:solidFill>
          <a:ln>
            <a:solidFill>
              <a:schemeClr val="tx1">
                <a:lumMod val="65000"/>
                <a:lumOff val="3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700" dirty="0"/>
              <a:t>7</a:t>
            </a:r>
          </a:p>
        </p:txBody>
      </p:sp>
      <p:sp>
        <p:nvSpPr>
          <p:cNvPr id="27" name="Oval 26">
            <a:extLst>
              <a:ext uri="{FF2B5EF4-FFF2-40B4-BE49-F238E27FC236}">
                <a16:creationId xmlns:a16="http://schemas.microsoft.com/office/drawing/2014/main" id="{E5536615-5BA3-6243-A81B-0AC84FA66CFC}"/>
              </a:ext>
            </a:extLst>
          </p:cNvPr>
          <p:cNvSpPr/>
          <p:nvPr/>
        </p:nvSpPr>
        <p:spPr>
          <a:xfrm>
            <a:off x="5680777" y="3668129"/>
            <a:ext cx="185195" cy="206143"/>
          </a:xfrm>
          <a:prstGeom prst="ellipse">
            <a:avLst/>
          </a:prstGeom>
          <a:solidFill>
            <a:schemeClr val="tx1">
              <a:lumMod val="65000"/>
              <a:lumOff val="35000"/>
            </a:schemeClr>
          </a:solidFill>
          <a:ln>
            <a:solidFill>
              <a:schemeClr val="tx1">
                <a:lumMod val="65000"/>
                <a:lumOff val="3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700" dirty="0"/>
              <a:t>7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27A15E63-D8C7-6842-9188-126DBF5D74AD}"/>
              </a:ext>
            </a:extLst>
          </p:cNvPr>
          <p:cNvSpPr txBox="1"/>
          <p:nvPr/>
        </p:nvSpPr>
        <p:spPr>
          <a:xfrm>
            <a:off x="6929358" y="4258677"/>
            <a:ext cx="2642070" cy="3847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900" dirty="0">
                <a:solidFill>
                  <a:schemeClr val="bg2">
                    <a:lumMod val="50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validation of transactions</a:t>
            </a:r>
          </a:p>
        </p:txBody>
      </p:sp>
      <p:sp>
        <p:nvSpPr>
          <p:cNvPr id="31" name="Oval 30">
            <a:extLst>
              <a:ext uri="{FF2B5EF4-FFF2-40B4-BE49-F238E27FC236}">
                <a16:creationId xmlns:a16="http://schemas.microsoft.com/office/drawing/2014/main" id="{8A895D8E-9E31-874D-9512-0125A38C5F7F}"/>
              </a:ext>
            </a:extLst>
          </p:cNvPr>
          <p:cNvSpPr/>
          <p:nvPr/>
        </p:nvSpPr>
        <p:spPr>
          <a:xfrm>
            <a:off x="5687927" y="4127890"/>
            <a:ext cx="185195" cy="206143"/>
          </a:xfrm>
          <a:prstGeom prst="ellipse">
            <a:avLst/>
          </a:prstGeom>
          <a:solidFill>
            <a:schemeClr val="tx1">
              <a:lumMod val="65000"/>
              <a:lumOff val="35000"/>
            </a:schemeClr>
          </a:solidFill>
          <a:ln>
            <a:solidFill>
              <a:schemeClr val="tx1">
                <a:lumMod val="65000"/>
                <a:lumOff val="3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700" dirty="0"/>
              <a:t>8</a:t>
            </a:r>
          </a:p>
        </p:txBody>
      </p:sp>
      <p:sp>
        <p:nvSpPr>
          <p:cNvPr id="32" name="Oval 31">
            <a:extLst>
              <a:ext uri="{FF2B5EF4-FFF2-40B4-BE49-F238E27FC236}">
                <a16:creationId xmlns:a16="http://schemas.microsoft.com/office/drawing/2014/main" id="{E4A85623-3FAB-284B-9E8C-5E20DF398DFC}"/>
              </a:ext>
            </a:extLst>
          </p:cNvPr>
          <p:cNvSpPr/>
          <p:nvPr/>
        </p:nvSpPr>
        <p:spPr>
          <a:xfrm>
            <a:off x="7308597" y="4129819"/>
            <a:ext cx="185195" cy="206143"/>
          </a:xfrm>
          <a:prstGeom prst="ellipse">
            <a:avLst/>
          </a:prstGeom>
          <a:solidFill>
            <a:schemeClr val="tx1">
              <a:lumMod val="65000"/>
              <a:lumOff val="35000"/>
            </a:schemeClr>
          </a:solidFill>
          <a:ln>
            <a:solidFill>
              <a:schemeClr val="tx1">
                <a:lumMod val="65000"/>
                <a:lumOff val="3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700" dirty="0"/>
              <a:t>8</a:t>
            </a:r>
          </a:p>
        </p:txBody>
      </p:sp>
      <p:sp>
        <p:nvSpPr>
          <p:cNvPr id="33" name="Oval 32">
            <a:extLst>
              <a:ext uri="{FF2B5EF4-FFF2-40B4-BE49-F238E27FC236}">
                <a16:creationId xmlns:a16="http://schemas.microsoft.com/office/drawing/2014/main" id="{A77423F2-3049-7244-80B5-1A6A93943C0A}"/>
              </a:ext>
            </a:extLst>
          </p:cNvPr>
          <p:cNvSpPr/>
          <p:nvPr/>
        </p:nvSpPr>
        <p:spPr>
          <a:xfrm>
            <a:off x="9544638" y="4131746"/>
            <a:ext cx="185195" cy="206143"/>
          </a:xfrm>
          <a:prstGeom prst="ellipse">
            <a:avLst/>
          </a:prstGeom>
          <a:solidFill>
            <a:schemeClr val="tx1">
              <a:lumMod val="65000"/>
              <a:lumOff val="35000"/>
            </a:schemeClr>
          </a:solidFill>
          <a:ln>
            <a:solidFill>
              <a:schemeClr val="tx1">
                <a:lumMod val="65000"/>
                <a:lumOff val="3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700" dirty="0"/>
              <a:t>8</a:t>
            </a:r>
          </a:p>
        </p:txBody>
      </p:sp>
      <p:cxnSp>
        <p:nvCxnSpPr>
          <p:cNvPr id="34" name="Straight Arrow Connector 33">
            <a:extLst>
              <a:ext uri="{FF2B5EF4-FFF2-40B4-BE49-F238E27FC236}">
                <a16:creationId xmlns:a16="http://schemas.microsoft.com/office/drawing/2014/main" id="{CF454027-074D-B147-B1CA-700241BB205A}"/>
              </a:ext>
            </a:extLst>
          </p:cNvPr>
          <p:cNvCxnSpPr>
            <a:cxnSpLocks/>
          </p:cNvCxnSpPr>
          <p:nvPr/>
        </p:nvCxnSpPr>
        <p:spPr>
          <a:xfrm flipH="1">
            <a:off x="2779796" y="2234843"/>
            <a:ext cx="2988000" cy="29578"/>
          </a:xfrm>
          <a:prstGeom prst="straightConnector1">
            <a:avLst/>
          </a:prstGeom>
          <a:ln w="9525" cap="flat" cmpd="sng" algn="ctr">
            <a:solidFill>
              <a:schemeClr val="dk1"/>
            </a:solidFill>
            <a:prstDash val="solid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35" name="Straight Arrow Connector 34">
            <a:extLst>
              <a:ext uri="{FF2B5EF4-FFF2-40B4-BE49-F238E27FC236}">
                <a16:creationId xmlns:a16="http://schemas.microsoft.com/office/drawing/2014/main" id="{0B24DB81-4BFC-A445-87AF-0FE2E5672278}"/>
              </a:ext>
            </a:extLst>
          </p:cNvPr>
          <p:cNvCxnSpPr>
            <a:cxnSpLocks/>
          </p:cNvCxnSpPr>
          <p:nvPr/>
        </p:nvCxnSpPr>
        <p:spPr>
          <a:xfrm flipV="1">
            <a:off x="2772256" y="3230984"/>
            <a:ext cx="7884000" cy="37509"/>
          </a:xfrm>
          <a:prstGeom prst="straightConnector1">
            <a:avLst/>
          </a:prstGeom>
          <a:ln w="9525" cap="flat" cmpd="sng" algn="ctr">
            <a:solidFill>
              <a:schemeClr val="dk1"/>
            </a:solidFill>
            <a:prstDash val="solid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sp>
        <p:nvSpPr>
          <p:cNvPr id="36" name="Oval 35">
            <a:extLst>
              <a:ext uri="{FF2B5EF4-FFF2-40B4-BE49-F238E27FC236}">
                <a16:creationId xmlns:a16="http://schemas.microsoft.com/office/drawing/2014/main" id="{FDF4FBCC-FE2F-8B4D-9D3D-45268F2F0425}"/>
              </a:ext>
            </a:extLst>
          </p:cNvPr>
          <p:cNvSpPr/>
          <p:nvPr/>
        </p:nvSpPr>
        <p:spPr>
          <a:xfrm>
            <a:off x="5891828" y="1798192"/>
            <a:ext cx="185195" cy="206143"/>
          </a:xfrm>
          <a:prstGeom prst="ellipse">
            <a:avLst/>
          </a:prstGeom>
          <a:solidFill>
            <a:schemeClr val="tx1">
              <a:lumMod val="65000"/>
              <a:lumOff val="35000"/>
            </a:schemeClr>
          </a:solidFill>
          <a:ln>
            <a:solidFill>
              <a:schemeClr val="tx1">
                <a:lumMod val="65000"/>
                <a:lumOff val="3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700" dirty="0"/>
              <a:t>2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E2515005-C854-CE4F-97D3-CF424A787EBD}"/>
              </a:ext>
            </a:extLst>
          </p:cNvPr>
          <p:cNvSpPr txBox="1"/>
          <p:nvPr/>
        </p:nvSpPr>
        <p:spPr>
          <a:xfrm>
            <a:off x="5709733" y="1421132"/>
            <a:ext cx="1250663" cy="96949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900" dirty="0">
                <a:solidFill>
                  <a:schemeClr val="bg2">
                    <a:lumMod val="50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simulation</a:t>
            </a:r>
          </a:p>
          <a:p>
            <a:pPr algn="ctr"/>
            <a:r>
              <a:rPr lang="en-US" sz="1900" dirty="0">
                <a:solidFill>
                  <a:schemeClr val="bg2">
                    <a:lumMod val="50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of</a:t>
            </a:r>
          </a:p>
          <a:p>
            <a:pPr algn="ctr"/>
            <a:r>
              <a:rPr lang="en-US" sz="1900" dirty="0">
                <a:solidFill>
                  <a:schemeClr val="bg2">
                    <a:lumMod val="50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transaction</a:t>
            </a:r>
          </a:p>
        </p:txBody>
      </p:sp>
      <p:sp>
        <p:nvSpPr>
          <p:cNvPr id="38" name="Oval 37">
            <a:extLst>
              <a:ext uri="{FF2B5EF4-FFF2-40B4-BE49-F238E27FC236}">
                <a16:creationId xmlns:a16="http://schemas.microsoft.com/office/drawing/2014/main" id="{517B065E-01E3-2748-82BF-FE5D83C3A449}"/>
              </a:ext>
            </a:extLst>
          </p:cNvPr>
          <p:cNvSpPr/>
          <p:nvPr/>
        </p:nvSpPr>
        <p:spPr>
          <a:xfrm>
            <a:off x="2783509" y="2002888"/>
            <a:ext cx="185195" cy="206143"/>
          </a:xfrm>
          <a:prstGeom prst="ellipse">
            <a:avLst/>
          </a:prstGeom>
          <a:solidFill>
            <a:schemeClr val="tx1">
              <a:lumMod val="65000"/>
              <a:lumOff val="35000"/>
            </a:schemeClr>
          </a:solidFill>
          <a:ln>
            <a:solidFill>
              <a:schemeClr val="tx1">
                <a:lumMod val="65000"/>
                <a:lumOff val="3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700" dirty="0"/>
              <a:t>4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D0548DCF-08AD-DB4F-AAFB-73BF547836FC}"/>
              </a:ext>
            </a:extLst>
          </p:cNvPr>
          <p:cNvSpPr txBox="1"/>
          <p:nvPr/>
        </p:nvSpPr>
        <p:spPr>
          <a:xfrm>
            <a:off x="2542865" y="2861652"/>
            <a:ext cx="9006333" cy="67710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900" dirty="0">
                <a:solidFill>
                  <a:schemeClr val="bg2">
                    <a:lumMod val="50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response [T</a:t>
            </a:r>
            <a:r>
              <a:rPr lang="en-US" sz="1900" baseline="-25000" dirty="0">
                <a:solidFill>
                  <a:schemeClr val="bg2">
                    <a:lumMod val="50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i</a:t>
            </a:r>
            <a:r>
              <a:rPr lang="en-US" sz="1900" dirty="0">
                <a:solidFill>
                  <a:schemeClr val="bg2">
                    <a:lumMod val="50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, Public Data Read-Write Set, Hashed Data Read-Write Set, </a:t>
            </a:r>
            <a:br>
              <a:rPr lang="en-US" sz="1900" dirty="0">
                <a:solidFill>
                  <a:schemeClr val="bg2">
                    <a:lumMod val="50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en-US" sz="1900" dirty="0">
                <a:solidFill>
                  <a:schemeClr val="bg2">
                    <a:lumMod val="50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Endorsements]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53AF58F7-7F49-854C-A942-322C25FA2577}"/>
              </a:ext>
            </a:extLst>
          </p:cNvPr>
          <p:cNvSpPr txBox="1"/>
          <p:nvPr/>
        </p:nvSpPr>
        <p:spPr>
          <a:xfrm>
            <a:off x="2780048" y="1649250"/>
            <a:ext cx="3228641" cy="126188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900" dirty="0">
                <a:solidFill>
                  <a:schemeClr val="bg2">
                    <a:lumMod val="50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response [T</a:t>
            </a:r>
            <a:r>
              <a:rPr lang="en-US" sz="1900" baseline="-25000" dirty="0">
                <a:solidFill>
                  <a:schemeClr val="bg2">
                    <a:lumMod val="50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i</a:t>
            </a:r>
            <a:r>
              <a:rPr lang="en-US" sz="1900" dirty="0">
                <a:solidFill>
                  <a:schemeClr val="bg2">
                    <a:lumMod val="50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, </a:t>
            </a:r>
            <a:br>
              <a:rPr lang="en-US" sz="1900" dirty="0">
                <a:solidFill>
                  <a:schemeClr val="bg2">
                    <a:lumMod val="50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en-US" sz="1900" dirty="0">
                <a:solidFill>
                  <a:schemeClr val="bg2">
                    <a:lumMod val="50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Public Data Read-Write Set, </a:t>
            </a:r>
          </a:p>
          <a:p>
            <a:pPr algn="ctr"/>
            <a:r>
              <a:rPr lang="en-US" sz="1900" dirty="0">
                <a:solidFill>
                  <a:schemeClr val="bg2">
                    <a:lumMod val="50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Hashed Data Read-Write Set}, </a:t>
            </a:r>
          </a:p>
          <a:p>
            <a:pPr algn="ctr"/>
            <a:r>
              <a:rPr lang="en-US" sz="1900" dirty="0">
                <a:solidFill>
                  <a:schemeClr val="bg2">
                    <a:lumMod val="50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Endorsements]</a:t>
            </a:r>
          </a:p>
        </p:txBody>
      </p:sp>
      <p:sp>
        <p:nvSpPr>
          <p:cNvPr id="45" name="Can 44">
            <a:extLst>
              <a:ext uri="{FF2B5EF4-FFF2-40B4-BE49-F238E27FC236}">
                <a16:creationId xmlns:a16="http://schemas.microsoft.com/office/drawing/2014/main" id="{FB8D202E-C568-614C-9951-9A7326CA3417}"/>
              </a:ext>
            </a:extLst>
          </p:cNvPr>
          <p:cNvSpPr/>
          <p:nvPr/>
        </p:nvSpPr>
        <p:spPr>
          <a:xfrm>
            <a:off x="6130318" y="359098"/>
            <a:ext cx="1075827" cy="375136"/>
          </a:xfrm>
          <a:custGeom>
            <a:avLst/>
            <a:gdLst>
              <a:gd name="connsiteX0" fmla="*/ 0 w 1075827"/>
              <a:gd name="connsiteY0" fmla="*/ 46892 h 375136"/>
              <a:gd name="connsiteX1" fmla="*/ 537914 w 1075827"/>
              <a:gd name="connsiteY1" fmla="*/ 93784 h 375136"/>
              <a:gd name="connsiteX2" fmla="*/ 1075828 w 1075827"/>
              <a:gd name="connsiteY2" fmla="*/ 46892 h 375136"/>
              <a:gd name="connsiteX3" fmla="*/ 1075827 w 1075827"/>
              <a:gd name="connsiteY3" fmla="*/ 328244 h 375136"/>
              <a:gd name="connsiteX4" fmla="*/ 537913 w 1075827"/>
              <a:gd name="connsiteY4" fmla="*/ 375136 h 375136"/>
              <a:gd name="connsiteX5" fmla="*/ -1 w 1075827"/>
              <a:gd name="connsiteY5" fmla="*/ 328244 h 375136"/>
              <a:gd name="connsiteX6" fmla="*/ 0 w 1075827"/>
              <a:gd name="connsiteY6" fmla="*/ 46892 h 375136"/>
              <a:gd name="connsiteX0" fmla="*/ 0 w 1075827"/>
              <a:gd name="connsiteY0" fmla="*/ 46892 h 375136"/>
              <a:gd name="connsiteX1" fmla="*/ 537914 w 1075827"/>
              <a:gd name="connsiteY1" fmla="*/ 0 h 375136"/>
              <a:gd name="connsiteX2" fmla="*/ 1075828 w 1075827"/>
              <a:gd name="connsiteY2" fmla="*/ 46892 h 375136"/>
              <a:gd name="connsiteX3" fmla="*/ 537914 w 1075827"/>
              <a:gd name="connsiteY3" fmla="*/ 93784 h 375136"/>
              <a:gd name="connsiteX4" fmla="*/ 0 w 1075827"/>
              <a:gd name="connsiteY4" fmla="*/ 46892 h 375136"/>
              <a:gd name="connsiteX0" fmla="*/ 1075827 w 1075827"/>
              <a:gd name="connsiteY0" fmla="*/ 46892 h 375136"/>
              <a:gd name="connsiteX1" fmla="*/ 537913 w 1075827"/>
              <a:gd name="connsiteY1" fmla="*/ 93784 h 375136"/>
              <a:gd name="connsiteX2" fmla="*/ -1 w 1075827"/>
              <a:gd name="connsiteY2" fmla="*/ 46892 h 375136"/>
              <a:gd name="connsiteX3" fmla="*/ 537913 w 1075827"/>
              <a:gd name="connsiteY3" fmla="*/ 0 h 375136"/>
              <a:gd name="connsiteX4" fmla="*/ 1075827 w 1075827"/>
              <a:gd name="connsiteY4" fmla="*/ 46892 h 375136"/>
              <a:gd name="connsiteX5" fmla="*/ 1075827 w 1075827"/>
              <a:gd name="connsiteY5" fmla="*/ 328244 h 375136"/>
              <a:gd name="connsiteX6" fmla="*/ 537913 w 1075827"/>
              <a:gd name="connsiteY6" fmla="*/ 375136 h 375136"/>
              <a:gd name="connsiteX7" fmla="*/ -1 w 1075827"/>
              <a:gd name="connsiteY7" fmla="*/ 328244 h 375136"/>
              <a:gd name="connsiteX8" fmla="*/ 0 w 1075827"/>
              <a:gd name="connsiteY8" fmla="*/ 46892 h 37513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1075827" h="375136" stroke="0" extrusionOk="0">
                <a:moveTo>
                  <a:pt x="0" y="46892"/>
                </a:moveTo>
                <a:cubicBezTo>
                  <a:pt x="-12058" y="65353"/>
                  <a:pt x="229442" y="98059"/>
                  <a:pt x="537914" y="93784"/>
                </a:cubicBezTo>
                <a:cubicBezTo>
                  <a:pt x="837316" y="94272"/>
                  <a:pt x="1069120" y="73003"/>
                  <a:pt x="1075828" y="46892"/>
                </a:cubicBezTo>
                <a:cubicBezTo>
                  <a:pt x="1066452" y="149833"/>
                  <a:pt x="1072152" y="254774"/>
                  <a:pt x="1075827" y="328244"/>
                </a:cubicBezTo>
                <a:cubicBezTo>
                  <a:pt x="1023131" y="325311"/>
                  <a:pt x="867272" y="390558"/>
                  <a:pt x="537913" y="375136"/>
                </a:cubicBezTo>
                <a:cubicBezTo>
                  <a:pt x="243686" y="375475"/>
                  <a:pt x="1563" y="350923"/>
                  <a:pt x="-1" y="328244"/>
                </a:cubicBezTo>
                <a:cubicBezTo>
                  <a:pt x="-22313" y="231043"/>
                  <a:pt x="-10431" y="150497"/>
                  <a:pt x="0" y="46892"/>
                </a:cubicBezTo>
                <a:close/>
              </a:path>
              <a:path w="1075827" h="375136" fill="lighten" stroke="0" extrusionOk="0">
                <a:moveTo>
                  <a:pt x="0" y="46892"/>
                </a:moveTo>
                <a:cubicBezTo>
                  <a:pt x="-1941" y="2483"/>
                  <a:pt x="208303" y="45205"/>
                  <a:pt x="537914" y="0"/>
                </a:cubicBezTo>
                <a:cubicBezTo>
                  <a:pt x="840931" y="3323"/>
                  <a:pt x="1076627" y="21186"/>
                  <a:pt x="1075828" y="46892"/>
                </a:cubicBezTo>
                <a:cubicBezTo>
                  <a:pt x="1009718" y="62097"/>
                  <a:pt x="877887" y="128861"/>
                  <a:pt x="537914" y="93784"/>
                </a:cubicBezTo>
                <a:cubicBezTo>
                  <a:pt x="242239" y="95879"/>
                  <a:pt x="594" y="78938"/>
                  <a:pt x="0" y="46892"/>
                </a:cubicBezTo>
                <a:close/>
              </a:path>
              <a:path w="1075827" h="375136" fill="none" extrusionOk="0">
                <a:moveTo>
                  <a:pt x="1075827" y="46892"/>
                </a:moveTo>
                <a:cubicBezTo>
                  <a:pt x="1115074" y="59589"/>
                  <a:pt x="832890" y="37016"/>
                  <a:pt x="537913" y="93784"/>
                </a:cubicBezTo>
                <a:cubicBezTo>
                  <a:pt x="243290" y="94297"/>
                  <a:pt x="-1068" y="74119"/>
                  <a:pt x="-1" y="46892"/>
                </a:cubicBezTo>
                <a:cubicBezTo>
                  <a:pt x="10861" y="-12414"/>
                  <a:pt x="269806" y="31329"/>
                  <a:pt x="537913" y="0"/>
                </a:cubicBezTo>
                <a:cubicBezTo>
                  <a:pt x="835748" y="2381"/>
                  <a:pt x="1078268" y="21848"/>
                  <a:pt x="1075827" y="46892"/>
                </a:cubicBezTo>
                <a:cubicBezTo>
                  <a:pt x="1094376" y="129561"/>
                  <a:pt x="1068624" y="231581"/>
                  <a:pt x="1075827" y="328244"/>
                </a:cubicBezTo>
                <a:cubicBezTo>
                  <a:pt x="1068307" y="355792"/>
                  <a:pt x="817442" y="429858"/>
                  <a:pt x="537913" y="375136"/>
                </a:cubicBezTo>
                <a:cubicBezTo>
                  <a:pt x="239400" y="370628"/>
                  <a:pt x="1976" y="352657"/>
                  <a:pt x="-1" y="328244"/>
                </a:cubicBezTo>
                <a:cubicBezTo>
                  <a:pt x="8849" y="219095"/>
                  <a:pt x="-25571" y="130873"/>
                  <a:pt x="0" y="46892"/>
                </a:cubicBezTo>
              </a:path>
              <a:path w="1075827" h="375136" fill="none" stroke="0" extrusionOk="0">
                <a:moveTo>
                  <a:pt x="1075827" y="46892"/>
                </a:moveTo>
                <a:cubicBezTo>
                  <a:pt x="1109043" y="123954"/>
                  <a:pt x="863437" y="128624"/>
                  <a:pt x="537913" y="93784"/>
                </a:cubicBezTo>
                <a:cubicBezTo>
                  <a:pt x="246336" y="88964"/>
                  <a:pt x="987" y="68141"/>
                  <a:pt x="-1" y="46892"/>
                </a:cubicBezTo>
                <a:cubicBezTo>
                  <a:pt x="-14642" y="23398"/>
                  <a:pt x="187252" y="-36969"/>
                  <a:pt x="537913" y="0"/>
                </a:cubicBezTo>
                <a:cubicBezTo>
                  <a:pt x="832040" y="-210"/>
                  <a:pt x="1074846" y="18995"/>
                  <a:pt x="1075827" y="46892"/>
                </a:cubicBezTo>
                <a:cubicBezTo>
                  <a:pt x="1108259" y="185398"/>
                  <a:pt x="1044027" y="188174"/>
                  <a:pt x="1075827" y="328244"/>
                </a:cubicBezTo>
                <a:cubicBezTo>
                  <a:pt x="1083773" y="355433"/>
                  <a:pt x="829086" y="375379"/>
                  <a:pt x="537913" y="375136"/>
                </a:cubicBezTo>
                <a:cubicBezTo>
                  <a:pt x="244519" y="368488"/>
                  <a:pt x="-2658" y="355508"/>
                  <a:pt x="-1" y="328244"/>
                </a:cubicBezTo>
                <a:cubicBezTo>
                  <a:pt x="3604" y="233697"/>
                  <a:pt x="2278" y="162304"/>
                  <a:pt x="0" y="46892"/>
                </a:cubicBezTo>
              </a:path>
            </a:pathLst>
          </a:custGeom>
          <a:solidFill>
            <a:schemeClr val="bg1"/>
          </a:solidFill>
          <a:ln>
            <a:solidFill>
              <a:schemeClr val="tx1"/>
            </a:solidFill>
            <a:extLst>
              <a:ext uri="{C807C97D-BFC1-408E-A445-0C87EB9F89A2}">
                <ask:lineSketchStyleProps xmlns:ask="http://schemas.microsoft.com/office/drawing/2018/sketchyshapes" sd="1219033472">
                  <a:prstGeom prst="can">
                    <a:avLst/>
                  </a:prstGeom>
                  <ask:type>
                    <ask:lineSketchScribble/>
                  </ask:type>
                </ask:lineSketchStyleProps>
              </a:ext>
            </a:extLst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PDC</a:t>
            </a:r>
          </a:p>
        </p:txBody>
      </p:sp>
      <p:sp>
        <p:nvSpPr>
          <p:cNvPr id="47" name="Can 46">
            <a:extLst>
              <a:ext uri="{FF2B5EF4-FFF2-40B4-BE49-F238E27FC236}">
                <a16:creationId xmlns:a16="http://schemas.microsoft.com/office/drawing/2014/main" id="{217B135B-3A69-3F47-9D9E-0CC98AE5A7A2}"/>
              </a:ext>
            </a:extLst>
          </p:cNvPr>
          <p:cNvSpPr/>
          <p:nvPr/>
        </p:nvSpPr>
        <p:spPr>
          <a:xfrm>
            <a:off x="4785569" y="269760"/>
            <a:ext cx="955055" cy="441478"/>
          </a:xfrm>
          <a:prstGeom prst="can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Transient Store</a:t>
            </a:r>
          </a:p>
        </p:txBody>
      </p:sp>
      <p:sp>
        <p:nvSpPr>
          <p:cNvPr id="48" name="Can 47">
            <a:extLst>
              <a:ext uri="{FF2B5EF4-FFF2-40B4-BE49-F238E27FC236}">
                <a16:creationId xmlns:a16="http://schemas.microsoft.com/office/drawing/2014/main" id="{8531F44E-85A6-314B-95AF-CA9DB2DC943D}"/>
              </a:ext>
            </a:extLst>
          </p:cNvPr>
          <p:cNvSpPr/>
          <p:nvPr/>
        </p:nvSpPr>
        <p:spPr>
          <a:xfrm>
            <a:off x="7501138" y="260291"/>
            <a:ext cx="955055" cy="441478"/>
          </a:xfrm>
          <a:prstGeom prst="can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Transient Store</a:t>
            </a:r>
          </a:p>
        </p:txBody>
      </p:sp>
      <p:cxnSp>
        <p:nvCxnSpPr>
          <p:cNvPr id="50" name="Curved Connector 49">
            <a:extLst>
              <a:ext uri="{FF2B5EF4-FFF2-40B4-BE49-F238E27FC236}">
                <a16:creationId xmlns:a16="http://schemas.microsoft.com/office/drawing/2014/main" id="{94B9B044-4C04-BB49-A6C6-E19CC56DC527}"/>
              </a:ext>
            </a:extLst>
          </p:cNvPr>
          <p:cNvCxnSpPr>
            <a:cxnSpLocks/>
            <a:stCxn id="37" idx="0"/>
            <a:endCxn id="47" idx="1"/>
          </p:cNvCxnSpPr>
          <p:nvPr/>
        </p:nvCxnSpPr>
        <p:spPr>
          <a:xfrm rot="16200000" flipV="1">
            <a:off x="5223395" y="309462"/>
            <a:ext cx="1151372" cy="1071968"/>
          </a:xfrm>
          <a:prstGeom prst="curvedConnector3">
            <a:avLst>
              <a:gd name="adj1" fmla="val 119855"/>
            </a:avLst>
          </a:prstGeom>
          <a:ln w="9525" cap="flat" cmpd="sng" algn="ctr">
            <a:solidFill>
              <a:schemeClr val="dk1"/>
            </a:solidFill>
            <a:prstDash val="solid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sp>
        <p:nvSpPr>
          <p:cNvPr id="55" name="TextBox 54">
            <a:extLst>
              <a:ext uri="{FF2B5EF4-FFF2-40B4-BE49-F238E27FC236}">
                <a16:creationId xmlns:a16="http://schemas.microsoft.com/office/drawing/2014/main" id="{4E3816DB-7E02-DE48-93FB-2E7EAE0986E4}"/>
              </a:ext>
            </a:extLst>
          </p:cNvPr>
          <p:cNvSpPr txBox="1"/>
          <p:nvPr/>
        </p:nvSpPr>
        <p:spPr>
          <a:xfrm>
            <a:off x="3673201" y="-42290"/>
            <a:ext cx="3150799" cy="3847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900" i="1" dirty="0">
                <a:solidFill>
                  <a:schemeClr val="bg1">
                    <a:lumMod val="50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store the private data write set</a:t>
            </a:r>
          </a:p>
        </p:txBody>
      </p:sp>
      <p:cxnSp>
        <p:nvCxnSpPr>
          <p:cNvPr id="57" name="Curved Connector 56">
            <a:extLst>
              <a:ext uri="{FF2B5EF4-FFF2-40B4-BE49-F238E27FC236}">
                <a16:creationId xmlns:a16="http://schemas.microsoft.com/office/drawing/2014/main" id="{A59B0E2C-56BF-EF4C-BC89-C6887F07EF9D}"/>
              </a:ext>
            </a:extLst>
          </p:cNvPr>
          <p:cNvCxnSpPr>
            <a:cxnSpLocks/>
          </p:cNvCxnSpPr>
          <p:nvPr/>
        </p:nvCxnSpPr>
        <p:spPr>
          <a:xfrm flipV="1">
            <a:off x="6645194" y="1610483"/>
            <a:ext cx="798684" cy="343330"/>
          </a:xfrm>
          <a:prstGeom prst="curvedConnector3">
            <a:avLst>
              <a:gd name="adj1" fmla="val 50000"/>
            </a:avLst>
          </a:prstGeom>
          <a:ln w="9525" cap="flat" cmpd="sng" algn="ctr">
            <a:solidFill>
              <a:schemeClr val="dk1"/>
            </a:solidFill>
            <a:prstDash val="solid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sp>
        <p:nvSpPr>
          <p:cNvPr id="63" name="TextBox 62">
            <a:extLst>
              <a:ext uri="{FF2B5EF4-FFF2-40B4-BE49-F238E27FC236}">
                <a16:creationId xmlns:a16="http://schemas.microsoft.com/office/drawing/2014/main" id="{4AB4C9CD-3310-4A45-ABDF-30DB2D7FE065}"/>
              </a:ext>
            </a:extLst>
          </p:cNvPr>
          <p:cNvSpPr txBox="1"/>
          <p:nvPr/>
        </p:nvSpPr>
        <p:spPr>
          <a:xfrm>
            <a:off x="6971166" y="1585169"/>
            <a:ext cx="2850460" cy="67710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900" i="1" dirty="0">
                <a:solidFill>
                  <a:schemeClr val="bg1">
                    <a:lumMod val="50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send the private data write </a:t>
            </a:r>
            <a:br>
              <a:rPr lang="en-US" sz="1900" i="1" dirty="0">
                <a:solidFill>
                  <a:schemeClr val="bg1">
                    <a:lumMod val="50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en-US" sz="1900" i="1" dirty="0">
                <a:solidFill>
                  <a:schemeClr val="bg1">
                    <a:lumMod val="50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set to PDC members</a:t>
            </a:r>
          </a:p>
        </p:txBody>
      </p:sp>
      <p:cxnSp>
        <p:nvCxnSpPr>
          <p:cNvPr id="65" name="Curved Connector 64">
            <a:extLst>
              <a:ext uri="{FF2B5EF4-FFF2-40B4-BE49-F238E27FC236}">
                <a16:creationId xmlns:a16="http://schemas.microsoft.com/office/drawing/2014/main" id="{8D8F3797-B3B7-0A49-BFCC-C45C60BDC041}"/>
              </a:ext>
            </a:extLst>
          </p:cNvPr>
          <p:cNvCxnSpPr>
            <a:cxnSpLocks/>
            <a:endCxn id="48" idx="4"/>
          </p:cNvCxnSpPr>
          <p:nvPr/>
        </p:nvCxnSpPr>
        <p:spPr>
          <a:xfrm rot="5400000" flipH="1" flipV="1">
            <a:off x="7362422" y="516713"/>
            <a:ext cx="1129454" cy="1058088"/>
          </a:xfrm>
          <a:prstGeom prst="curvedConnector4">
            <a:avLst>
              <a:gd name="adj1" fmla="val 40228"/>
              <a:gd name="adj2" fmla="val 121605"/>
            </a:avLst>
          </a:prstGeom>
          <a:ln w="9525" cap="flat" cmpd="sng" algn="ctr">
            <a:solidFill>
              <a:schemeClr val="dk1"/>
            </a:solidFill>
            <a:prstDash val="solid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sp>
        <p:nvSpPr>
          <p:cNvPr id="68" name="TextBox 67">
            <a:extLst>
              <a:ext uri="{FF2B5EF4-FFF2-40B4-BE49-F238E27FC236}">
                <a16:creationId xmlns:a16="http://schemas.microsoft.com/office/drawing/2014/main" id="{B92C89B5-8A7A-094F-AB97-EFA98B4EBD6E}"/>
              </a:ext>
            </a:extLst>
          </p:cNvPr>
          <p:cNvSpPr txBox="1"/>
          <p:nvPr/>
        </p:nvSpPr>
        <p:spPr>
          <a:xfrm>
            <a:off x="7382093" y="958504"/>
            <a:ext cx="2255746" cy="67710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900" i="1" dirty="0">
                <a:solidFill>
                  <a:schemeClr val="bg1">
                    <a:lumMod val="50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store the received </a:t>
            </a:r>
          </a:p>
          <a:p>
            <a:r>
              <a:rPr lang="en-US" sz="1900" i="1" dirty="0">
                <a:solidFill>
                  <a:schemeClr val="bg1">
                    <a:lumMod val="50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private data write set</a:t>
            </a:r>
          </a:p>
        </p:txBody>
      </p:sp>
      <p:sp>
        <p:nvSpPr>
          <p:cNvPr id="73" name="Oval 72">
            <a:extLst>
              <a:ext uri="{FF2B5EF4-FFF2-40B4-BE49-F238E27FC236}">
                <a16:creationId xmlns:a16="http://schemas.microsoft.com/office/drawing/2014/main" id="{9500F5AE-DF38-5146-BB87-FD70794D647B}"/>
              </a:ext>
            </a:extLst>
          </p:cNvPr>
          <p:cNvSpPr/>
          <p:nvPr/>
        </p:nvSpPr>
        <p:spPr>
          <a:xfrm>
            <a:off x="7113547" y="1417815"/>
            <a:ext cx="185195" cy="206143"/>
          </a:xfrm>
          <a:prstGeom prst="ellipse">
            <a:avLst/>
          </a:prstGeom>
          <a:solidFill>
            <a:schemeClr val="tx1">
              <a:lumMod val="65000"/>
              <a:lumOff val="35000"/>
            </a:schemeClr>
          </a:solidFill>
          <a:ln>
            <a:solidFill>
              <a:schemeClr val="tx1">
                <a:lumMod val="65000"/>
                <a:lumOff val="3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700" dirty="0"/>
              <a:t>3</a:t>
            </a:r>
          </a:p>
        </p:txBody>
      </p:sp>
      <p:sp>
        <p:nvSpPr>
          <p:cNvPr id="74" name="Oval 73">
            <a:extLst>
              <a:ext uri="{FF2B5EF4-FFF2-40B4-BE49-F238E27FC236}">
                <a16:creationId xmlns:a16="http://schemas.microsoft.com/office/drawing/2014/main" id="{B8C15416-EAB9-A442-BC81-F9E6FAC04201}"/>
              </a:ext>
            </a:extLst>
          </p:cNvPr>
          <p:cNvSpPr/>
          <p:nvPr/>
        </p:nvSpPr>
        <p:spPr>
          <a:xfrm>
            <a:off x="6376889" y="1013165"/>
            <a:ext cx="185195" cy="206143"/>
          </a:xfrm>
          <a:prstGeom prst="ellipse">
            <a:avLst/>
          </a:prstGeom>
          <a:solidFill>
            <a:schemeClr val="tx1">
              <a:lumMod val="65000"/>
              <a:lumOff val="35000"/>
            </a:schemeClr>
          </a:solidFill>
          <a:ln>
            <a:solidFill>
              <a:schemeClr val="tx1">
                <a:lumMod val="65000"/>
                <a:lumOff val="3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700" dirty="0"/>
              <a:t>3</a:t>
            </a:r>
          </a:p>
        </p:txBody>
      </p:sp>
      <p:sp>
        <p:nvSpPr>
          <p:cNvPr id="77" name="Oval 76">
            <a:extLst>
              <a:ext uri="{FF2B5EF4-FFF2-40B4-BE49-F238E27FC236}">
                <a16:creationId xmlns:a16="http://schemas.microsoft.com/office/drawing/2014/main" id="{6B55003D-3E72-3F44-8BDE-3888620166F6}"/>
              </a:ext>
            </a:extLst>
          </p:cNvPr>
          <p:cNvSpPr/>
          <p:nvPr/>
        </p:nvSpPr>
        <p:spPr>
          <a:xfrm>
            <a:off x="3354879" y="2968657"/>
            <a:ext cx="185195" cy="206143"/>
          </a:xfrm>
          <a:prstGeom prst="ellipse">
            <a:avLst/>
          </a:prstGeom>
          <a:solidFill>
            <a:schemeClr val="tx1">
              <a:lumMod val="65000"/>
              <a:lumOff val="35000"/>
            </a:schemeClr>
          </a:solidFill>
          <a:ln>
            <a:solidFill>
              <a:schemeClr val="tx1">
                <a:lumMod val="65000"/>
                <a:lumOff val="3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700" dirty="0"/>
              <a:t>5</a:t>
            </a:r>
          </a:p>
        </p:txBody>
      </p:sp>
      <p:sp>
        <p:nvSpPr>
          <p:cNvPr id="80" name="Oval 79">
            <a:extLst>
              <a:ext uri="{FF2B5EF4-FFF2-40B4-BE49-F238E27FC236}">
                <a16:creationId xmlns:a16="http://schemas.microsoft.com/office/drawing/2014/main" id="{D1CD86CB-C70B-444E-90BD-C6C98DAB016B}"/>
              </a:ext>
            </a:extLst>
          </p:cNvPr>
          <p:cNvSpPr/>
          <p:nvPr/>
        </p:nvSpPr>
        <p:spPr>
          <a:xfrm>
            <a:off x="5679687" y="4613926"/>
            <a:ext cx="185195" cy="206143"/>
          </a:xfrm>
          <a:prstGeom prst="ellipse">
            <a:avLst/>
          </a:prstGeom>
          <a:solidFill>
            <a:schemeClr val="tx1">
              <a:lumMod val="65000"/>
              <a:lumOff val="35000"/>
            </a:schemeClr>
          </a:solidFill>
          <a:ln>
            <a:solidFill>
              <a:schemeClr val="tx1">
                <a:lumMod val="65000"/>
                <a:lumOff val="3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700" dirty="0"/>
              <a:t>9</a:t>
            </a:r>
          </a:p>
        </p:txBody>
      </p:sp>
      <p:sp>
        <p:nvSpPr>
          <p:cNvPr id="81" name="Oval 80">
            <a:extLst>
              <a:ext uri="{FF2B5EF4-FFF2-40B4-BE49-F238E27FC236}">
                <a16:creationId xmlns:a16="http://schemas.microsoft.com/office/drawing/2014/main" id="{9CF1BE2B-66D5-9348-B0C3-0E9F2B89BFA8}"/>
              </a:ext>
            </a:extLst>
          </p:cNvPr>
          <p:cNvSpPr/>
          <p:nvPr/>
        </p:nvSpPr>
        <p:spPr>
          <a:xfrm>
            <a:off x="7300357" y="4615855"/>
            <a:ext cx="185195" cy="206143"/>
          </a:xfrm>
          <a:prstGeom prst="ellipse">
            <a:avLst/>
          </a:prstGeom>
          <a:solidFill>
            <a:schemeClr val="tx1">
              <a:lumMod val="65000"/>
              <a:lumOff val="35000"/>
            </a:schemeClr>
          </a:solidFill>
          <a:ln>
            <a:solidFill>
              <a:schemeClr val="tx1">
                <a:lumMod val="65000"/>
                <a:lumOff val="3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700" dirty="0"/>
              <a:t>9</a:t>
            </a:r>
          </a:p>
        </p:txBody>
      </p:sp>
      <p:sp>
        <p:nvSpPr>
          <p:cNvPr id="83" name="TextBox 82">
            <a:extLst>
              <a:ext uri="{FF2B5EF4-FFF2-40B4-BE49-F238E27FC236}">
                <a16:creationId xmlns:a16="http://schemas.microsoft.com/office/drawing/2014/main" id="{BBC4ADE7-A8A5-EB47-90D4-B8A1917CE60C}"/>
              </a:ext>
            </a:extLst>
          </p:cNvPr>
          <p:cNvSpPr txBox="1"/>
          <p:nvPr/>
        </p:nvSpPr>
        <p:spPr>
          <a:xfrm>
            <a:off x="5245322" y="4758288"/>
            <a:ext cx="4482317" cy="67710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900" dirty="0">
                <a:solidFill>
                  <a:schemeClr val="bg2">
                    <a:lumMod val="50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fetch private data matching the hashed data</a:t>
            </a:r>
            <a:br>
              <a:rPr lang="en-US" sz="1900" dirty="0">
                <a:solidFill>
                  <a:schemeClr val="bg2">
                    <a:lumMod val="50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en-US" sz="1900" dirty="0">
                <a:solidFill>
                  <a:schemeClr val="bg2">
                    <a:lumMod val="50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from either transient store or other members</a:t>
            </a:r>
          </a:p>
        </p:txBody>
      </p:sp>
      <p:sp>
        <p:nvSpPr>
          <p:cNvPr id="84" name="Oval 83">
            <a:extLst>
              <a:ext uri="{FF2B5EF4-FFF2-40B4-BE49-F238E27FC236}">
                <a16:creationId xmlns:a16="http://schemas.microsoft.com/office/drawing/2014/main" id="{F46B6256-629D-3544-ACBB-43E13AC2C5D8}"/>
              </a:ext>
            </a:extLst>
          </p:cNvPr>
          <p:cNvSpPr/>
          <p:nvPr/>
        </p:nvSpPr>
        <p:spPr>
          <a:xfrm>
            <a:off x="5521213" y="5503611"/>
            <a:ext cx="514800" cy="144000"/>
          </a:xfrm>
          <a:prstGeom prst="ellipse">
            <a:avLst/>
          </a:prstGeom>
          <a:solidFill>
            <a:schemeClr val="tx1">
              <a:lumMod val="65000"/>
              <a:lumOff val="35000"/>
            </a:schemeClr>
          </a:solidFill>
          <a:ln>
            <a:solidFill>
              <a:schemeClr val="tx1">
                <a:lumMod val="65000"/>
                <a:lumOff val="3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/>
              <a:t>10</a:t>
            </a:r>
          </a:p>
        </p:txBody>
      </p:sp>
      <p:sp>
        <p:nvSpPr>
          <p:cNvPr id="86" name="Oval 85">
            <a:extLst>
              <a:ext uri="{FF2B5EF4-FFF2-40B4-BE49-F238E27FC236}">
                <a16:creationId xmlns:a16="http://schemas.microsoft.com/office/drawing/2014/main" id="{41CFC5D5-3EAC-0E45-B9D6-2348D03EBDAE}"/>
              </a:ext>
            </a:extLst>
          </p:cNvPr>
          <p:cNvSpPr/>
          <p:nvPr/>
        </p:nvSpPr>
        <p:spPr>
          <a:xfrm>
            <a:off x="9536398" y="5482753"/>
            <a:ext cx="185195" cy="206143"/>
          </a:xfrm>
          <a:prstGeom prst="ellipse">
            <a:avLst/>
          </a:prstGeom>
          <a:solidFill>
            <a:schemeClr val="tx1">
              <a:lumMod val="65000"/>
              <a:lumOff val="35000"/>
            </a:schemeClr>
          </a:solidFill>
          <a:ln>
            <a:solidFill>
              <a:schemeClr val="tx1">
                <a:lumMod val="65000"/>
                <a:lumOff val="3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700" dirty="0"/>
              <a:t>9</a:t>
            </a:r>
          </a:p>
        </p:txBody>
      </p:sp>
      <p:sp>
        <p:nvSpPr>
          <p:cNvPr id="87" name="TextBox 86">
            <a:extLst>
              <a:ext uri="{FF2B5EF4-FFF2-40B4-BE49-F238E27FC236}">
                <a16:creationId xmlns:a16="http://schemas.microsoft.com/office/drawing/2014/main" id="{62B48D52-B3E3-5842-BBE6-A02FA697B37A}"/>
              </a:ext>
            </a:extLst>
          </p:cNvPr>
          <p:cNvSpPr txBox="1"/>
          <p:nvPr/>
        </p:nvSpPr>
        <p:spPr>
          <a:xfrm>
            <a:off x="9293214" y="5593761"/>
            <a:ext cx="1656223" cy="67710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900" dirty="0">
                <a:solidFill>
                  <a:schemeClr val="bg2">
                    <a:lumMod val="50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commit public </a:t>
            </a:r>
            <a:br>
              <a:rPr lang="en-US" sz="1900" dirty="0">
                <a:solidFill>
                  <a:schemeClr val="bg2">
                    <a:lumMod val="50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en-US" sz="1900" dirty="0">
                <a:solidFill>
                  <a:schemeClr val="bg2">
                    <a:lumMod val="50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&amp; hashed data</a:t>
            </a:r>
          </a:p>
        </p:txBody>
      </p:sp>
      <p:sp>
        <p:nvSpPr>
          <p:cNvPr id="88" name="Oval 87">
            <a:extLst>
              <a:ext uri="{FF2B5EF4-FFF2-40B4-BE49-F238E27FC236}">
                <a16:creationId xmlns:a16="http://schemas.microsoft.com/office/drawing/2014/main" id="{F2A52E5E-CD20-9142-89AE-F3B756170FCB}"/>
              </a:ext>
            </a:extLst>
          </p:cNvPr>
          <p:cNvSpPr/>
          <p:nvPr/>
        </p:nvSpPr>
        <p:spPr>
          <a:xfrm>
            <a:off x="7140705" y="5494769"/>
            <a:ext cx="514800" cy="144000"/>
          </a:xfrm>
          <a:prstGeom prst="ellipse">
            <a:avLst/>
          </a:prstGeom>
          <a:solidFill>
            <a:schemeClr val="tx1">
              <a:lumMod val="65000"/>
              <a:lumOff val="35000"/>
            </a:schemeClr>
          </a:solidFill>
          <a:ln>
            <a:solidFill>
              <a:schemeClr val="tx1">
                <a:lumMod val="65000"/>
                <a:lumOff val="3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/>
              <a:t>10</a:t>
            </a:r>
          </a:p>
        </p:txBody>
      </p:sp>
      <p:sp>
        <p:nvSpPr>
          <p:cNvPr id="89" name="TextBox 88">
            <a:extLst>
              <a:ext uri="{FF2B5EF4-FFF2-40B4-BE49-F238E27FC236}">
                <a16:creationId xmlns:a16="http://schemas.microsoft.com/office/drawing/2014/main" id="{2574023B-04B8-0742-9BCB-3420DE197CE4}"/>
              </a:ext>
            </a:extLst>
          </p:cNvPr>
          <p:cNvSpPr txBox="1"/>
          <p:nvPr/>
        </p:nvSpPr>
        <p:spPr>
          <a:xfrm>
            <a:off x="4889009" y="6104514"/>
            <a:ext cx="4724220" cy="3847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900" dirty="0">
                <a:solidFill>
                  <a:schemeClr val="bg2">
                    <a:lumMod val="50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remove private data from transient store</a:t>
            </a:r>
          </a:p>
        </p:txBody>
      </p:sp>
      <p:sp>
        <p:nvSpPr>
          <p:cNvPr id="90" name="Oval 89">
            <a:extLst>
              <a:ext uri="{FF2B5EF4-FFF2-40B4-BE49-F238E27FC236}">
                <a16:creationId xmlns:a16="http://schemas.microsoft.com/office/drawing/2014/main" id="{0F8CDFF0-2A0A-7A4F-8BAC-50C8546BEABB}"/>
              </a:ext>
            </a:extLst>
          </p:cNvPr>
          <p:cNvSpPr/>
          <p:nvPr/>
        </p:nvSpPr>
        <p:spPr>
          <a:xfrm>
            <a:off x="5525329" y="6051435"/>
            <a:ext cx="514800" cy="144000"/>
          </a:xfrm>
          <a:prstGeom prst="ellipse">
            <a:avLst/>
          </a:prstGeom>
          <a:solidFill>
            <a:schemeClr val="tx1">
              <a:lumMod val="65000"/>
              <a:lumOff val="35000"/>
            </a:schemeClr>
          </a:solidFill>
          <a:ln>
            <a:solidFill>
              <a:schemeClr val="tx1">
                <a:lumMod val="65000"/>
                <a:lumOff val="3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/>
              <a:t>11</a:t>
            </a:r>
          </a:p>
        </p:txBody>
      </p:sp>
      <p:sp>
        <p:nvSpPr>
          <p:cNvPr id="91" name="Oval 90">
            <a:extLst>
              <a:ext uri="{FF2B5EF4-FFF2-40B4-BE49-F238E27FC236}">
                <a16:creationId xmlns:a16="http://schemas.microsoft.com/office/drawing/2014/main" id="{483ED414-65A3-FF4D-9CE4-1CF380044FE0}"/>
              </a:ext>
            </a:extLst>
          </p:cNvPr>
          <p:cNvSpPr/>
          <p:nvPr/>
        </p:nvSpPr>
        <p:spPr>
          <a:xfrm>
            <a:off x="7144821" y="6042593"/>
            <a:ext cx="514800" cy="144000"/>
          </a:xfrm>
          <a:prstGeom prst="ellipse">
            <a:avLst/>
          </a:prstGeom>
          <a:solidFill>
            <a:schemeClr val="tx1">
              <a:lumMod val="65000"/>
              <a:lumOff val="35000"/>
            </a:schemeClr>
          </a:solidFill>
          <a:ln>
            <a:solidFill>
              <a:schemeClr val="tx1">
                <a:lumMod val="65000"/>
                <a:lumOff val="3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/>
              <a:t>11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2379F68F-E151-8342-8083-FFD9CD257835}"/>
              </a:ext>
            </a:extLst>
          </p:cNvPr>
          <p:cNvSpPr txBox="1"/>
          <p:nvPr/>
        </p:nvSpPr>
        <p:spPr>
          <a:xfrm>
            <a:off x="3390025" y="719077"/>
            <a:ext cx="149214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transient data</a:t>
            </a:r>
          </a:p>
        </p:txBody>
      </p:sp>
      <p:cxnSp>
        <p:nvCxnSpPr>
          <p:cNvPr id="25" name="Straight Arrow Connector 24">
            <a:extLst>
              <a:ext uri="{FF2B5EF4-FFF2-40B4-BE49-F238E27FC236}">
                <a16:creationId xmlns:a16="http://schemas.microsoft.com/office/drawing/2014/main" id="{03CAC658-A582-A543-84CF-552C4D4236EC}"/>
              </a:ext>
            </a:extLst>
          </p:cNvPr>
          <p:cNvCxnSpPr>
            <a:cxnSpLocks/>
          </p:cNvCxnSpPr>
          <p:nvPr/>
        </p:nvCxnSpPr>
        <p:spPr>
          <a:xfrm>
            <a:off x="4136095" y="1018836"/>
            <a:ext cx="0" cy="19326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1" name="Rectangle 60">
            <a:extLst>
              <a:ext uri="{FF2B5EF4-FFF2-40B4-BE49-F238E27FC236}">
                <a16:creationId xmlns:a16="http://schemas.microsoft.com/office/drawing/2014/main" id="{C0BB95A4-7AAF-7848-9EAA-CEF373B67521}"/>
              </a:ext>
            </a:extLst>
          </p:cNvPr>
          <p:cNvSpPr/>
          <p:nvPr/>
        </p:nvSpPr>
        <p:spPr>
          <a:xfrm>
            <a:off x="2497739" y="4816705"/>
            <a:ext cx="2637055" cy="1122352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2" name="Oval 61">
            <a:extLst>
              <a:ext uri="{FF2B5EF4-FFF2-40B4-BE49-F238E27FC236}">
                <a16:creationId xmlns:a16="http://schemas.microsoft.com/office/drawing/2014/main" id="{B87CC442-EA3D-B244-8612-36BCE875F7DD}"/>
              </a:ext>
            </a:extLst>
          </p:cNvPr>
          <p:cNvSpPr/>
          <p:nvPr/>
        </p:nvSpPr>
        <p:spPr>
          <a:xfrm>
            <a:off x="2784031" y="4871400"/>
            <a:ext cx="185195" cy="206143"/>
          </a:xfrm>
          <a:prstGeom prst="ellipse">
            <a:avLst/>
          </a:prstGeom>
          <a:solidFill>
            <a:schemeClr val="tx1">
              <a:lumMod val="65000"/>
              <a:lumOff val="35000"/>
            </a:schemeClr>
          </a:solidFill>
          <a:ln>
            <a:solidFill>
              <a:schemeClr val="tx1">
                <a:lumMod val="65000"/>
                <a:lumOff val="3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700" dirty="0"/>
              <a:t>1</a:t>
            </a:r>
          </a:p>
        </p:txBody>
      </p:sp>
      <p:sp>
        <p:nvSpPr>
          <p:cNvPr id="64" name="Oval 63">
            <a:extLst>
              <a:ext uri="{FF2B5EF4-FFF2-40B4-BE49-F238E27FC236}">
                <a16:creationId xmlns:a16="http://schemas.microsoft.com/office/drawing/2014/main" id="{77DA7095-E8EC-A940-996A-15DDB814E152}"/>
              </a:ext>
            </a:extLst>
          </p:cNvPr>
          <p:cNvSpPr/>
          <p:nvPr/>
        </p:nvSpPr>
        <p:spPr>
          <a:xfrm>
            <a:off x="3056039" y="4868820"/>
            <a:ext cx="185195" cy="206143"/>
          </a:xfrm>
          <a:prstGeom prst="ellipse">
            <a:avLst/>
          </a:prstGeom>
          <a:solidFill>
            <a:schemeClr val="tx1">
              <a:lumMod val="65000"/>
              <a:lumOff val="35000"/>
            </a:schemeClr>
          </a:solidFill>
          <a:ln>
            <a:solidFill>
              <a:schemeClr val="tx1">
                <a:lumMod val="65000"/>
                <a:lumOff val="3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700" dirty="0"/>
              <a:t>2</a:t>
            </a:r>
          </a:p>
        </p:txBody>
      </p:sp>
      <p:sp>
        <p:nvSpPr>
          <p:cNvPr id="66" name="Oval 65">
            <a:extLst>
              <a:ext uri="{FF2B5EF4-FFF2-40B4-BE49-F238E27FC236}">
                <a16:creationId xmlns:a16="http://schemas.microsoft.com/office/drawing/2014/main" id="{05C43F74-9192-5A42-A400-782AB907C87A}"/>
              </a:ext>
            </a:extLst>
          </p:cNvPr>
          <p:cNvSpPr/>
          <p:nvPr/>
        </p:nvSpPr>
        <p:spPr>
          <a:xfrm>
            <a:off x="3324117" y="5127119"/>
            <a:ext cx="185195" cy="206143"/>
          </a:xfrm>
          <a:prstGeom prst="ellipse">
            <a:avLst/>
          </a:prstGeom>
          <a:solidFill>
            <a:schemeClr val="tx1">
              <a:lumMod val="65000"/>
              <a:lumOff val="35000"/>
            </a:schemeClr>
          </a:solidFill>
          <a:ln>
            <a:solidFill>
              <a:schemeClr val="tx1">
                <a:lumMod val="65000"/>
                <a:lumOff val="3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700" dirty="0"/>
              <a:t>6</a:t>
            </a:r>
          </a:p>
        </p:txBody>
      </p:sp>
      <p:sp>
        <p:nvSpPr>
          <p:cNvPr id="67" name="Oval 66">
            <a:extLst>
              <a:ext uri="{FF2B5EF4-FFF2-40B4-BE49-F238E27FC236}">
                <a16:creationId xmlns:a16="http://schemas.microsoft.com/office/drawing/2014/main" id="{E07B9024-D68A-DD40-A0A8-9A5EC37CF4B2}"/>
              </a:ext>
            </a:extLst>
          </p:cNvPr>
          <p:cNvSpPr/>
          <p:nvPr/>
        </p:nvSpPr>
        <p:spPr>
          <a:xfrm>
            <a:off x="3590561" y="5372509"/>
            <a:ext cx="185195" cy="206143"/>
          </a:xfrm>
          <a:prstGeom prst="ellipse">
            <a:avLst/>
          </a:prstGeom>
          <a:solidFill>
            <a:schemeClr val="tx1">
              <a:lumMod val="65000"/>
              <a:lumOff val="35000"/>
            </a:schemeClr>
          </a:solidFill>
          <a:ln>
            <a:solidFill>
              <a:schemeClr val="tx1">
                <a:lumMod val="65000"/>
                <a:lumOff val="3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700" dirty="0"/>
              <a:t>8</a:t>
            </a:r>
          </a:p>
        </p:txBody>
      </p:sp>
      <p:sp>
        <p:nvSpPr>
          <p:cNvPr id="69" name="TextBox 68">
            <a:extLst>
              <a:ext uri="{FF2B5EF4-FFF2-40B4-BE49-F238E27FC236}">
                <a16:creationId xmlns:a16="http://schemas.microsoft.com/office/drawing/2014/main" id="{E68F7745-FD66-FC44-B66F-157D6393A55E}"/>
              </a:ext>
            </a:extLst>
          </p:cNvPr>
          <p:cNvSpPr txBox="1"/>
          <p:nvPr/>
        </p:nvSpPr>
        <p:spPr>
          <a:xfrm>
            <a:off x="3947883" y="4786991"/>
            <a:ext cx="119776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Simulation</a:t>
            </a:r>
          </a:p>
        </p:txBody>
      </p:sp>
      <p:sp>
        <p:nvSpPr>
          <p:cNvPr id="70" name="TextBox 69">
            <a:extLst>
              <a:ext uri="{FF2B5EF4-FFF2-40B4-BE49-F238E27FC236}">
                <a16:creationId xmlns:a16="http://schemas.microsoft.com/office/drawing/2014/main" id="{33C54BEE-03DA-8447-9DE8-9C59A5D94D55}"/>
              </a:ext>
            </a:extLst>
          </p:cNvPr>
          <p:cNvSpPr txBox="1"/>
          <p:nvPr/>
        </p:nvSpPr>
        <p:spPr>
          <a:xfrm>
            <a:off x="3929802" y="5047878"/>
            <a:ext cx="101822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Ordering</a:t>
            </a:r>
          </a:p>
        </p:txBody>
      </p:sp>
      <p:sp>
        <p:nvSpPr>
          <p:cNvPr id="71" name="TextBox 70">
            <a:extLst>
              <a:ext uri="{FF2B5EF4-FFF2-40B4-BE49-F238E27FC236}">
                <a16:creationId xmlns:a16="http://schemas.microsoft.com/office/drawing/2014/main" id="{A3CFB16B-10DA-964A-8374-AAB4A026AB50}"/>
              </a:ext>
            </a:extLst>
          </p:cNvPr>
          <p:cNvSpPr txBox="1"/>
          <p:nvPr/>
        </p:nvSpPr>
        <p:spPr>
          <a:xfrm>
            <a:off x="3927224" y="5324262"/>
            <a:ext cx="113370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Validation</a:t>
            </a:r>
          </a:p>
        </p:txBody>
      </p:sp>
      <p:sp>
        <p:nvSpPr>
          <p:cNvPr id="72" name="Oval 71">
            <a:extLst>
              <a:ext uri="{FF2B5EF4-FFF2-40B4-BE49-F238E27FC236}">
                <a16:creationId xmlns:a16="http://schemas.microsoft.com/office/drawing/2014/main" id="{E8DEBB6F-A506-2042-8A0D-8DBAF13B8CD9}"/>
              </a:ext>
            </a:extLst>
          </p:cNvPr>
          <p:cNvSpPr/>
          <p:nvPr/>
        </p:nvSpPr>
        <p:spPr>
          <a:xfrm>
            <a:off x="3050312" y="5132286"/>
            <a:ext cx="185195" cy="206143"/>
          </a:xfrm>
          <a:prstGeom prst="ellipse">
            <a:avLst/>
          </a:prstGeom>
          <a:solidFill>
            <a:schemeClr val="tx1">
              <a:lumMod val="65000"/>
              <a:lumOff val="35000"/>
            </a:schemeClr>
          </a:solidFill>
          <a:ln>
            <a:solidFill>
              <a:schemeClr val="tx1">
                <a:lumMod val="65000"/>
                <a:lumOff val="3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700" dirty="0"/>
              <a:t>5</a:t>
            </a:r>
          </a:p>
        </p:txBody>
      </p:sp>
      <p:sp>
        <p:nvSpPr>
          <p:cNvPr id="75" name="Oval 74">
            <a:extLst>
              <a:ext uri="{FF2B5EF4-FFF2-40B4-BE49-F238E27FC236}">
                <a16:creationId xmlns:a16="http://schemas.microsoft.com/office/drawing/2014/main" id="{77FDB65A-BD31-D349-AF26-4114A7021FD4}"/>
              </a:ext>
            </a:extLst>
          </p:cNvPr>
          <p:cNvSpPr/>
          <p:nvPr/>
        </p:nvSpPr>
        <p:spPr>
          <a:xfrm>
            <a:off x="3600501" y="5124539"/>
            <a:ext cx="185195" cy="206143"/>
          </a:xfrm>
          <a:prstGeom prst="ellipse">
            <a:avLst/>
          </a:prstGeom>
          <a:solidFill>
            <a:schemeClr val="tx1">
              <a:lumMod val="65000"/>
              <a:lumOff val="35000"/>
            </a:schemeClr>
          </a:solidFill>
          <a:ln>
            <a:solidFill>
              <a:schemeClr val="tx1">
                <a:lumMod val="65000"/>
                <a:lumOff val="3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700" dirty="0"/>
              <a:t>7</a:t>
            </a:r>
          </a:p>
        </p:txBody>
      </p:sp>
      <p:sp>
        <p:nvSpPr>
          <p:cNvPr id="78" name="TextBox 77">
            <a:extLst>
              <a:ext uri="{FF2B5EF4-FFF2-40B4-BE49-F238E27FC236}">
                <a16:creationId xmlns:a16="http://schemas.microsoft.com/office/drawing/2014/main" id="{921D7B83-6226-DF4A-B3CB-83B60FCF606B}"/>
              </a:ext>
            </a:extLst>
          </p:cNvPr>
          <p:cNvSpPr txBox="1"/>
          <p:nvPr/>
        </p:nvSpPr>
        <p:spPr>
          <a:xfrm>
            <a:off x="3924643" y="5585148"/>
            <a:ext cx="94128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Commit</a:t>
            </a:r>
          </a:p>
        </p:txBody>
      </p:sp>
      <p:sp>
        <p:nvSpPr>
          <p:cNvPr id="79" name="Oval 78">
            <a:extLst>
              <a:ext uri="{FF2B5EF4-FFF2-40B4-BE49-F238E27FC236}">
                <a16:creationId xmlns:a16="http://schemas.microsoft.com/office/drawing/2014/main" id="{E32970E5-B214-DD4C-91EA-E0E017F44D35}"/>
              </a:ext>
            </a:extLst>
          </p:cNvPr>
          <p:cNvSpPr/>
          <p:nvPr/>
        </p:nvSpPr>
        <p:spPr>
          <a:xfrm>
            <a:off x="3327707" y="4872135"/>
            <a:ext cx="185195" cy="206143"/>
          </a:xfrm>
          <a:prstGeom prst="ellipse">
            <a:avLst/>
          </a:prstGeom>
          <a:solidFill>
            <a:schemeClr val="tx1">
              <a:lumMod val="65000"/>
              <a:lumOff val="35000"/>
            </a:schemeClr>
          </a:solidFill>
          <a:ln>
            <a:solidFill>
              <a:schemeClr val="tx1">
                <a:lumMod val="65000"/>
                <a:lumOff val="3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700" dirty="0"/>
              <a:t>3</a:t>
            </a:r>
          </a:p>
        </p:txBody>
      </p:sp>
      <p:sp>
        <p:nvSpPr>
          <p:cNvPr id="82" name="Oval 81">
            <a:extLst>
              <a:ext uri="{FF2B5EF4-FFF2-40B4-BE49-F238E27FC236}">
                <a16:creationId xmlns:a16="http://schemas.microsoft.com/office/drawing/2014/main" id="{800DF174-109C-6547-BC6E-7679B18004FB}"/>
              </a:ext>
            </a:extLst>
          </p:cNvPr>
          <p:cNvSpPr/>
          <p:nvPr/>
        </p:nvSpPr>
        <p:spPr>
          <a:xfrm>
            <a:off x="3595241" y="4874993"/>
            <a:ext cx="185195" cy="206143"/>
          </a:xfrm>
          <a:prstGeom prst="ellipse">
            <a:avLst/>
          </a:prstGeom>
          <a:solidFill>
            <a:schemeClr val="tx1">
              <a:lumMod val="65000"/>
              <a:lumOff val="35000"/>
            </a:schemeClr>
          </a:solidFill>
          <a:ln>
            <a:solidFill>
              <a:schemeClr val="tx1">
                <a:lumMod val="65000"/>
                <a:lumOff val="3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700" dirty="0"/>
              <a:t>4</a:t>
            </a:r>
          </a:p>
        </p:txBody>
      </p:sp>
      <p:sp>
        <p:nvSpPr>
          <p:cNvPr id="92" name="Oval 91">
            <a:extLst>
              <a:ext uri="{FF2B5EF4-FFF2-40B4-BE49-F238E27FC236}">
                <a16:creationId xmlns:a16="http://schemas.microsoft.com/office/drawing/2014/main" id="{390D971F-8881-F846-884A-4299E5D5615E}"/>
              </a:ext>
            </a:extLst>
          </p:cNvPr>
          <p:cNvSpPr/>
          <p:nvPr/>
        </p:nvSpPr>
        <p:spPr>
          <a:xfrm>
            <a:off x="2576555" y="5652429"/>
            <a:ext cx="185195" cy="206143"/>
          </a:xfrm>
          <a:prstGeom prst="ellipse">
            <a:avLst/>
          </a:prstGeom>
          <a:solidFill>
            <a:schemeClr val="tx1">
              <a:lumMod val="65000"/>
              <a:lumOff val="35000"/>
            </a:schemeClr>
          </a:solidFill>
          <a:ln>
            <a:solidFill>
              <a:schemeClr val="tx1">
                <a:lumMod val="65000"/>
                <a:lumOff val="3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700" dirty="0"/>
              <a:t>9</a:t>
            </a:r>
          </a:p>
        </p:txBody>
      </p:sp>
      <p:sp>
        <p:nvSpPr>
          <p:cNvPr id="94" name="Oval 93">
            <a:extLst>
              <a:ext uri="{FF2B5EF4-FFF2-40B4-BE49-F238E27FC236}">
                <a16:creationId xmlns:a16="http://schemas.microsoft.com/office/drawing/2014/main" id="{A2998A20-2F2F-1249-B2E1-9BD199EE19EF}"/>
              </a:ext>
            </a:extLst>
          </p:cNvPr>
          <p:cNvSpPr/>
          <p:nvPr/>
        </p:nvSpPr>
        <p:spPr>
          <a:xfrm>
            <a:off x="2834719" y="5685243"/>
            <a:ext cx="514800" cy="144000"/>
          </a:xfrm>
          <a:prstGeom prst="ellipse">
            <a:avLst/>
          </a:prstGeom>
          <a:solidFill>
            <a:schemeClr val="tx1">
              <a:lumMod val="65000"/>
              <a:lumOff val="35000"/>
            </a:schemeClr>
          </a:solidFill>
          <a:ln>
            <a:solidFill>
              <a:schemeClr val="tx1">
                <a:lumMod val="65000"/>
                <a:lumOff val="3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/>
              <a:t>10</a:t>
            </a:r>
          </a:p>
        </p:txBody>
      </p:sp>
      <p:sp>
        <p:nvSpPr>
          <p:cNvPr id="95" name="Oval 94">
            <a:extLst>
              <a:ext uri="{FF2B5EF4-FFF2-40B4-BE49-F238E27FC236}">
                <a16:creationId xmlns:a16="http://schemas.microsoft.com/office/drawing/2014/main" id="{D92BFA49-FAE7-CC4B-B01F-02A5D343D120}"/>
              </a:ext>
            </a:extLst>
          </p:cNvPr>
          <p:cNvSpPr/>
          <p:nvPr/>
        </p:nvSpPr>
        <p:spPr>
          <a:xfrm>
            <a:off x="3426297" y="5685243"/>
            <a:ext cx="514800" cy="144000"/>
          </a:xfrm>
          <a:prstGeom prst="ellipse">
            <a:avLst/>
          </a:prstGeom>
          <a:solidFill>
            <a:schemeClr val="tx1">
              <a:lumMod val="65000"/>
              <a:lumOff val="35000"/>
            </a:schemeClr>
          </a:solidFill>
          <a:ln>
            <a:solidFill>
              <a:schemeClr val="tx1">
                <a:lumMod val="65000"/>
                <a:lumOff val="3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/>
              <a:t>11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7984054B-17B6-6042-8802-DDDF8B22D91D}"/>
              </a:ext>
            </a:extLst>
          </p:cNvPr>
          <p:cNvSpPr txBox="1"/>
          <p:nvPr/>
        </p:nvSpPr>
        <p:spPr>
          <a:xfrm>
            <a:off x="3378205" y="4473659"/>
            <a:ext cx="84350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/>
              <a:t>phases</a:t>
            </a:r>
          </a:p>
        </p:txBody>
      </p:sp>
    </p:spTree>
    <p:extLst>
      <p:ext uri="{BB962C8B-B14F-4D97-AF65-F5344CB8AC3E}">
        <p14:creationId xmlns:p14="http://schemas.microsoft.com/office/powerpoint/2010/main" val="3029901264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125</TotalTime>
  <Words>160</Words>
  <Application>Microsoft Macintosh PowerPoint</Application>
  <PresentationFormat>Widescreen</PresentationFormat>
  <Paragraphs>64</Paragraphs>
  <Slides>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7" baseType="lpstr">
      <vt:lpstr>Arial</vt:lpstr>
      <vt:lpstr>Calibri</vt:lpstr>
      <vt:lpstr>Calibri Light</vt:lpstr>
      <vt:lpstr>Courier New</vt:lpstr>
      <vt:lpstr>Times New Roman</vt:lpstr>
      <vt:lpstr>Office Theme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Senthilnathan Natarajan</dc:creator>
  <cp:lastModifiedBy>Senthilnathan Natarajan</cp:lastModifiedBy>
  <cp:revision>13</cp:revision>
  <dcterms:created xsi:type="dcterms:W3CDTF">2020-12-15T12:26:55Z</dcterms:created>
  <dcterms:modified xsi:type="dcterms:W3CDTF">2021-01-07T11:00:02Z</dcterms:modified>
</cp:coreProperties>
</file>