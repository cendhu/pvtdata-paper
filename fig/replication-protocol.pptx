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3"/>
  </p:notesMasterIdLst>
  <p:sldIdLst>
    <p:sldId id="257" r:id="rId2"/>
  </p:sldIdLst>
  <p:sldSz cx="1800066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38"/>
    <p:restoredTop sz="94722"/>
  </p:normalViewPr>
  <p:slideViewPr>
    <p:cSldViewPr snapToGrid="0" snapToObjects="1">
      <p:cViewPr varScale="1">
        <p:scale>
          <a:sx n="82" d="100"/>
          <a:sy n="82" d="100"/>
        </p:scale>
        <p:origin x="22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F2929B-9C50-7144-9EE4-7EABC963E917}" type="datetimeFigureOut">
              <a:rPr lang="en-US" smtClean="0"/>
              <a:t>1/5/21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ACC77-DEAB-234C-8AAB-BE16ED37E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40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40080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1pPr>
    <a:lvl2pPr marL="320040" algn="l" defTabSz="640080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2pPr>
    <a:lvl3pPr marL="640080" algn="l" defTabSz="640080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3pPr>
    <a:lvl4pPr marL="960120" algn="l" defTabSz="640080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4pPr>
    <a:lvl5pPr marL="1280160" algn="l" defTabSz="640080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5pPr>
    <a:lvl6pPr marL="1600200" algn="l" defTabSz="640080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6pPr>
    <a:lvl7pPr marL="1920240" algn="l" defTabSz="640080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7pPr>
    <a:lvl8pPr marL="2240280" algn="l" defTabSz="640080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8pPr>
    <a:lvl9pPr marL="2560320" algn="l" defTabSz="640080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ACC77-DEAB-234C-8AAB-BE16ED37E8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69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767462"/>
            <a:ext cx="13500497" cy="3759917"/>
          </a:xfrm>
        </p:spPr>
        <p:txBody>
          <a:bodyPr anchor="b"/>
          <a:lstStyle>
            <a:lvl1pPr algn="ctr">
              <a:defRPr sz="885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5672376"/>
            <a:ext cx="13500497" cy="2607442"/>
          </a:xfrm>
        </p:spPr>
        <p:txBody>
          <a:bodyPr/>
          <a:lstStyle>
            <a:lvl1pPr marL="0" indent="0" algn="ctr">
              <a:buNone/>
              <a:defRPr sz="3543"/>
            </a:lvl1pPr>
            <a:lvl2pPr marL="675010" indent="0" algn="ctr">
              <a:buNone/>
              <a:defRPr sz="2953"/>
            </a:lvl2pPr>
            <a:lvl3pPr marL="1350020" indent="0" algn="ctr">
              <a:buNone/>
              <a:defRPr sz="2658"/>
            </a:lvl3pPr>
            <a:lvl4pPr marL="2025030" indent="0" algn="ctr">
              <a:buNone/>
              <a:defRPr sz="2362"/>
            </a:lvl4pPr>
            <a:lvl5pPr marL="2700040" indent="0" algn="ctr">
              <a:buNone/>
              <a:defRPr sz="2362"/>
            </a:lvl5pPr>
            <a:lvl6pPr marL="3375050" indent="0" algn="ctr">
              <a:buNone/>
              <a:defRPr sz="2362"/>
            </a:lvl6pPr>
            <a:lvl7pPr marL="4050060" indent="0" algn="ctr">
              <a:buNone/>
              <a:defRPr sz="2362"/>
            </a:lvl7pPr>
            <a:lvl8pPr marL="4725071" indent="0" algn="ctr">
              <a:buNone/>
              <a:defRPr sz="2362"/>
            </a:lvl8pPr>
            <a:lvl9pPr marL="5400081" indent="0" algn="ctr">
              <a:buNone/>
              <a:defRPr sz="236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EB8CD-8A02-1742-B8CE-83253CDF6307}" type="datetimeFigureOut">
              <a:rPr lang="en-US" smtClean="0"/>
              <a:t>1/5/21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335E3-7FA4-5747-B742-3E3EDC823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239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EB8CD-8A02-1742-B8CE-83253CDF6307}" type="datetimeFigureOut">
              <a:rPr lang="en-US" smtClean="0"/>
              <a:t>1/5/21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335E3-7FA4-5747-B742-3E3EDC823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489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2692442"/>
            <a:ext cx="15525572" cy="4492401"/>
          </a:xfrm>
        </p:spPr>
        <p:txBody>
          <a:bodyPr anchor="b"/>
          <a:lstStyle>
            <a:lvl1pPr>
              <a:defRPr sz="885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7227343"/>
            <a:ext cx="15525572" cy="2362447"/>
          </a:xfrm>
        </p:spPr>
        <p:txBody>
          <a:bodyPr/>
          <a:lstStyle>
            <a:lvl1pPr marL="0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1pPr>
            <a:lvl2pPr marL="675010" indent="0">
              <a:buNone/>
              <a:defRPr sz="2953">
                <a:solidFill>
                  <a:schemeClr val="tx1">
                    <a:tint val="75000"/>
                  </a:schemeClr>
                </a:solidFill>
              </a:defRPr>
            </a:lvl2pPr>
            <a:lvl3pPr marL="1350020" indent="0">
              <a:buNone/>
              <a:defRPr sz="2658">
                <a:solidFill>
                  <a:schemeClr val="tx1">
                    <a:tint val="75000"/>
                  </a:schemeClr>
                </a:solidFill>
              </a:defRPr>
            </a:lvl3pPr>
            <a:lvl4pPr marL="202503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4pPr>
            <a:lvl5pPr marL="270004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5pPr>
            <a:lvl6pPr marL="337505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6pPr>
            <a:lvl7pPr marL="405006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7pPr>
            <a:lvl8pPr marL="4725071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8pPr>
            <a:lvl9pPr marL="5400081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EB8CD-8A02-1742-B8CE-83253CDF6307}" type="datetimeFigureOut">
              <a:rPr lang="en-US" smtClean="0"/>
              <a:t>1/5/21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335E3-7FA4-5747-B742-3E3EDC823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519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2874937"/>
            <a:ext cx="7650282" cy="68523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2874937"/>
            <a:ext cx="7650282" cy="68523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EB8CD-8A02-1742-B8CE-83253CDF6307}" type="datetimeFigureOut">
              <a:rPr lang="en-US" smtClean="0"/>
              <a:t>1/5/21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335E3-7FA4-5747-B742-3E3EDC823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503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574988"/>
            <a:ext cx="15525572" cy="208745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2647443"/>
            <a:ext cx="7615123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3944914"/>
            <a:ext cx="7615123" cy="58023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2647443"/>
            <a:ext cx="7652626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3944914"/>
            <a:ext cx="7652626" cy="58023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EB8CD-8A02-1742-B8CE-83253CDF6307}" type="datetimeFigureOut">
              <a:rPr lang="en-US" smtClean="0"/>
              <a:t>1/5/21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335E3-7FA4-5747-B742-3E3EDC823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96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EB8CD-8A02-1742-B8CE-83253CDF6307}" type="datetimeFigureOut">
              <a:rPr lang="en-US" smtClean="0"/>
              <a:t>1/5/21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335E3-7FA4-5747-B742-3E3EDC823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952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EB8CD-8A02-1742-B8CE-83253CDF6307}" type="datetimeFigureOut">
              <a:rPr lang="en-US" smtClean="0"/>
              <a:t>1/5/21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335E3-7FA4-5747-B742-3E3EDC823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65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1554966"/>
            <a:ext cx="9112836" cy="7674832"/>
          </a:xfrm>
        </p:spPr>
        <p:txBody>
          <a:bodyPr/>
          <a:lstStyle>
            <a:lvl1pPr>
              <a:defRPr sz="4724"/>
            </a:lvl1pPr>
            <a:lvl2pPr>
              <a:defRPr sz="4134"/>
            </a:lvl2pPr>
            <a:lvl3pPr>
              <a:defRPr sz="3543"/>
            </a:lvl3pPr>
            <a:lvl4pPr>
              <a:defRPr sz="2953"/>
            </a:lvl4pPr>
            <a:lvl5pPr>
              <a:defRPr sz="2953"/>
            </a:lvl5pPr>
            <a:lvl6pPr>
              <a:defRPr sz="2953"/>
            </a:lvl6pPr>
            <a:lvl7pPr>
              <a:defRPr sz="2953"/>
            </a:lvl7pPr>
            <a:lvl8pPr>
              <a:defRPr sz="2953"/>
            </a:lvl8pPr>
            <a:lvl9pPr>
              <a:defRPr sz="2953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EB8CD-8A02-1742-B8CE-83253CDF6307}" type="datetimeFigureOut">
              <a:rPr lang="en-US" smtClean="0"/>
              <a:t>1/5/21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335E3-7FA4-5747-B742-3E3EDC823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621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1554966"/>
            <a:ext cx="9112836" cy="7674832"/>
          </a:xfrm>
        </p:spPr>
        <p:txBody>
          <a:bodyPr anchor="t"/>
          <a:lstStyle>
            <a:lvl1pPr marL="0" indent="0">
              <a:buNone/>
              <a:defRPr sz="4724"/>
            </a:lvl1pPr>
            <a:lvl2pPr marL="675010" indent="0">
              <a:buNone/>
              <a:defRPr sz="4134"/>
            </a:lvl2pPr>
            <a:lvl3pPr marL="1350020" indent="0">
              <a:buNone/>
              <a:defRPr sz="3543"/>
            </a:lvl3pPr>
            <a:lvl4pPr marL="2025030" indent="0">
              <a:buNone/>
              <a:defRPr sz="2953"/>
            </a:lvl4pPr>
            <a:lvl5pPr marL="2700040" indent="0">
              <a:buNone/>
              <a:defRPr sz="2953"/>
            </a:lvl5pPr>
            <a:lvl6pPr marL="3375050" indent="0">
              <a:buNone/>
              <a:defRPr sz="2953"/>
            </a:lvl6pPr>
            <a:lvl7pPr marL="4050060" indent="0">
              <a:buNone/>
              <a:defRPr sz="2953"/>
            </a:lvl7pPr>
            <a:lvl8pPr marL="4725071" indent="0">
              <a:buNone/>
              <a:defRPr sz="2953"/>
            </a:lvl8pPr>
            <a:lvl9pPr marL="5400081" indent="0">
              <a:buNone/>
              <a:defRPr sz="2953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EB8CD-8A02-1742-B8CE-83253CDF6307}" type="datetimeFigureOut">
              <a:rPr lang="en-US" smtClean="0"/>
              <a:t>1/5/21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335E3-7FA4-5747-B742-3E3EDC823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993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EB8CD-8A02-1742-B8CE-83253CDF6307}" type="datetimeFigureOut">
              <a:rPr lang="en-US" smtClean="0"/>
              <a:t>1/5/21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335E3-7FA4-5747-B742-3E3EDC823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36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574987"/>
            <a:ext cx="3881393" cy="91523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574987"/>
            <a:ext cx="11419171" cy="91523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EB8CD-8A02-1742-B8CE-83253CDF6307}" type="datetimeFigureOut">
              <a:rPr lang="en-US" smtClean="0"/>
              <a:t>1/5/21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7335E3-7FA4-5747-B742-3E3EDC823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63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574988"/>
            <a:ext cx="15525572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2874937"/>
            <a:ext cx="15525572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EB8CD-8A02-1742-B8CE-83253CDF6307}" type="datetimeFigureOut">
              <a:rPr lang="en-US" smtClean="0"/>
              <a:t>1/5/21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0009781"/>
            <a:ext cx="6075224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335E3-7FA4-5747-B742-3E3EDC823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868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1350020" rtl="0" eaLnBrk="1" latinLnBrk="0" hangingPunct="1">
        <a:lnSpc>
          <a:spcPct val="90000"/>
        </a:lnSpc>
        <a:spcBef>
          <a:spcPct val="0"/>
        </a:spcBef>
        <a:buNone/>
        <a:defRPr sz="64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505" indent="-337505" algn="l" defTabSz="1350020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4134" kern="1200">
          <a:solidFill>
            <a:schemeClr val="tx1"/>
          </a:solidFill>
          <a:latin typeface="+mn-lt"/>
          <a:ea typeface="+mn-ea"/>
          <a:cs typeface="+mn-cs"/>
        </a:defRPr>
      </a:lvl1pPr>
      <a:lvl2pPr marL="101251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68752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953" kern="1200">
          <a:solidFill>
            <a:schemeClr val="tx1"/>
          </a:solidFill>
          <a:latin typeface="+mn-lt"/>
          <a:ea typeface="+mn-ea"/>
          <a:cs typeface="+mn-cs"/>
        </a:defRPr>
      </a:lvl3pPr>
      <a:lvl4pPr marL="236253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303754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71255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38756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506257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73758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1pPr>
      <a:lvl2pPr marL="67501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2pPr>
      <a:lvl3pPr marL="135002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3pPr>
      <a:lvl4pPr marL="202503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270004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37505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05006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472507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40008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ectangle 182">
            <a:extLst>
              <a:ext uri="{FF2B5EF4-FFF2-40B4-BE49-F238E27FC236}">
                <a16:creationId xmlns:a16="http://schemas.microsoft.com/office/drawing/2014/main" id="{8AC95BEA-1D8F-AD4C-B19E-D28ECB76A174}"/>
              </a:ext>
            </a:extLst>
          </p:cNvPr>
          <p:cNvSpPr/>
          <p:nvPr/>
        </p:nvSpPr>
        <p:spPr>
          <a:xfrm>
            <a:off x="12958363" y="5826594"/>
            <a:ext cx="2637055" cy="11223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7FE30E7A-B97F-2248-9F61-082B9E874DBD}"/>
              </a:ext>
            </a:extLst>
          </p:cNvPr>
          <p:cNvSpPr/>
          <p:nvPr/>
        </p:nvSpPr>
        <p:spPr>
          <a:xfrm>
            <a:off x="7849310" y="5704922"/>
            <a:ext cx="2606374" cy="9740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AC1E7A-7DD6-0E4F-BA3F-A002C2331C9C}"/>
              </a:ext>
            </a:extLst>
          </p:cNvPr>
          <p:cNvSpPr/>
          <p:nvPr/>
        </p:nvSpPr>
        <p:spPr>
          <a:xfrm>
            <a:off x="2752954" y="5599016"/>
            <a:ext cx="2606374" cy="9740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917B0C6-39EF-5D40-9DF8-185EA58C1319}"/>
              </a:ext>
            </a:extLst>
          </p:cNvPr>
          <p:cNvCxnSpPr>
            <a:cxnSpLocks/>
          </p:cNvCxnSpPr>
          <p:nvPr/>
        </p:nvCxnSpPr>
        <p:spPr>
          <a:xfrm>
            <a:off x="2100783" y="2817774"/>
            <a:ext cx="0" cy="144420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1795EFD-0479-994B-A6AB-292A5B6102B4}"/>
              </a:ext>
            </a:extLst>
          </p:cNvPr>
          <p:cNvCxnSpPr>
            <a:cxnSpLocks/>
          </p:cNvCxnSpPr>
          <p:nvPr/>
        </p:nvCxnSpPr>
        <p:spPr>
          <a:xfrm>
            <a:off x="2957372" y="2823030"/>
            <a:ext cx="0" cy="212400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76C2D2-69BF-B346-8C76-6A2C946A6DCE}"/>
              </a:ext>
            </a:extLst>
          </p:cNvPr>
          <p:cNvCxnSpPr/>
          <p:nvPr/>
        </p:nvCxnSpPr>
        <p:spPr>
          <a:xfrm>
            <a:off x="3877024" y="2831979"/>
            <a:ext cx="0" cy="212400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2E30C28-9E39-3741-B0CC-C28DC5A8061C}"/>
              </a:ext>
            </a:extLst>
          </p:cNvPr>
          <p:cNvCxnSpPr/>
          <p:nvPr/>
        </p:nvCxnSpPr>
        <p:spPr>
          <a:xfrm>
            <a:off x="4901785" y="2823032"/>
            <a:ext cx="0" cy="212400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1E81F71-2393-DA40-8091-48E3742989BE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6000113" y="3115805"/>
            <a:ext cx="1" cy="1151995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F9DB173-3EFF-3541-B073-EBEC387BD285}"/>
              </a:ext>
            </a:extLst>
          </p:cNvPr>
          <p:cNvSpPr txBox="1"/>
          <p:nvPr/>
        </p:nvSpPr>
        <p:spPr>
          <a:xfrm>
            <a:off x="1750629" y="2469467"/>
            <a:ext cx="748923" cy="369332"/>
          </a:xfrm>
          <a:custGeom>
            <a:avLst/>
            <a:gdLst>
              <a:gd name="connsiteX0" fmla="*/ 0 w 748923"/>
              <a:gd name="connsiteY0" fmla="*/ 0 h 369332"/>
              <a:gd name="connsiteX1" fmla="*/ 366972 w 748923"/>
              <a:gd name="connsiteY1" fmla="*/ 0 h 369332"/>
              <a:gd name="connsiteX2" fmla="*/ 748923 w 748923"/>
              <a:gd name="connsiteY2" fmla="*/ 0 h 369332"/>
              <a:gd name="connsiteX3" fmla="*/ 748923 w 748923"/>
              <a:gd name="connsiteY3" fmla="*/ 369332 h 369332"/>
              <a:gd name="connsiteX4" fmla="*/ 374462 w 748923"/>
              <a:gd name="connsiteY4" fmla="*/ 369332 h 369332"/>
              <a:gd name="connsiteX5" fmla="*/ 0 w 748923"/>
              <a:gd name="connsiteY5" fmla="*/ 369332 h 369332"/>
              <a:gd name="connsiteX6" fmla="*/ 0 w 748923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8923" h="369332" extrusionOk="0">
                <a:moveTo>
                  <a:pt x="0" y="0"/>
                </a:moveTo>
                <a:cubicBezTo>
                  <a:pt x="142604" y="-13294"/>
                  <a:pt x="278371" y="14589"/>
                  <a:pt x="366972" y="0"/>
                </a:cubicBezTo>
                <a:cubicBezTo>
                  <a:pt x="455573" y="-14589"/>
                  <a:pt x="567786" y="44339"/>
                  <a:pt x="748923" y="0"/>
                </a:cubicBezTo>
                <a:cubicBezTo>
                  <a:pt x="776886" y="78977"/>
                  <a:pt x="718499" y="271296"/>
                  <a:pt x="748923" y="369332"/>
                </a:cubicBezTo>
                <a:cubicBezTo>
                  <a:pt x="671770" y="371636"/>
                  <a:pt x="541126" y="350414"/>
                  <a:pt x="374462" y="369332"/>
                </a:cubicBezTo>
                <a:cubicBezTo>
                  <a:pt x="207798" y="388250"/>
                  <a:pt x="89676" y="334580"/>
                  <a:pt x="0" y="369332"/>
                </a:cubicBezTo>
                <a:cubicBezTo>
                  <a:pt x="-6017" y="217080"/>
                  <a:pt x="5246" y="88445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0453A5-729D-FF49-B9CE-2040F6F1FDEB}"/>
              </a:ext>
            </a:extLst>
          </p:cNvPr>
          <p:cNvSpPr txBox="1"/>
          <p:nvPr/>
        </p:nvSpPr>
        <p:spPr>
          <a:xfrm>
            <a:off x="2573207" y="2469467"/>
            <a:ext cx="880369" cy="369332"/>
          </a:xfrm>
          <a:custGeom>
            <a:avLst/>
            <a:gdLst>
              <a:gd name="connsiteX0" fmla="*/ 0 w 880369"/>
              <a:gd name="connsiteY0" fmla="*/ 0 h 369332"/>
              <a:gd name="connsiteX1" fmla="*/ 422577 w 880369"/>
              <a:gd name="connsiteY1" fmla="*/ 0 h 369332"/>
              <a:gd name="connsiteX2" fmla="*/ 880369 w 880369"/>
              <a:gd name="connsiteY2" fmla="*/ 0 h 369332"/>
              <a:gd name="connsiteX3" fmla="*/ 880369 w 880369"/>
              <a:gd name="connsiteY3" fmla="*/ 369332 h 369332"/>
              <a:gd name="connsiteX4" fmla="*/ 440185 w 880369"/>
              <a:gd name="connsiteY4" fmla="*/ 369332 h 369332"/>
              <a:gd name="connsiteX5" fmla="*/ 0 w 880369"/>
              <a:gd name="connsiteY5" fmla="*/ 369332 h 369332"/>
              <a:gd name="connsiteX6" fmla="*/ 0 w 880369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369" h="369332" extrusionOk="0">
                <a:moveTo>
                  <a:pt x="0" y="0"/>
                </a:moveTo>
                <a:cubicBezTo>
                  <a:pt x="115231" y="-4455"/>
                  <a:pt x="296730" y="11638"/>
                  <a:pt x="422577" y="0"/>
                </a:cubicBezTo>
                <a:cubicBezTo>
                  <a:pt x="548424" y="-11638"/>
                  <a:pt x="651960" y="3055"/>
                  <a:pt x="880369" y="0"/>
                </a:cubicBezTo>
                <a:cubicBezTo>
                  <a:pt x="914895" y="143085"/>
                  <a:pt x="857939" y="244059"/>
                  <a:pt x="880369" y="369332"/>
                </a:cubicBezTo>
                <a:cubicBezTo>
                  <a:pt x="765543" y="413814"/>
                  <a:pt x="650716" y="345570"/>
                  <a:pt x="440185" y="369332"/>
                </a:cubicBezTo>
                <a:cubicBezTo>
                  <a:pt x="229654" y="393094"/>
                  <a:pt x="89517" y="329600"/>
                  <a:pt x="0" y="369332"/>
                </a:cubicBezTo>
                <a:cubicBezTo>
                  <a:pt x="-38894" y="212299"/>
                  <a:pt x="18137" y="184186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extLst>
              <a:ext uri="{C807C97D-BFC1-408E-A445-0C87EB9F89A2}">
                <ask:lineSketchStyleProps xmlns:ask="http://schemas.microsoft.com/office/drawing/2018/sketchyshapes" sd="101143149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A64CB5-C154-3640-93A8-8054E65B3C2F}"/>
              </a:ext>
            </a:extLst>
          </p:cNvPr>
          <p:cNvSpPr txBox="1"/>
          <p:nvPr/>
        </p:nvSpPr>
        <p:spPr>
          <a:xfrm>
            <a:off x="3528260" y="2469467"/>
            <a:ext cx="880369" cy="369332"/>
          </a:xfrm>
          <a:custGeom>
            <a:avLst/>
            <a:gdLst>
              <a:gd name="connsiteX0" fmla="*/ 0 w 880369"/>
              <a:gd name="connsiteY0" fmla="*/ 0 h 369332"/>
              <a:gd name="connsiteX1" fmla="*/ 431381 w 880369"/>
              <a:gd name="connsiteY1" fmla="*/ 0 h 369332"/>
              <a:gd name="connsiteX2" fmla="*/ 880369 w 880369"/>
              <a:gd name="connsiteY2" fmla="*/ 0 h 369332"/>
              <a:gd name="connsiteX3" fmla="*/ 880369 w 880369"/>
              <a:gd name="connsiteY3" fmla="*/ 369332 h 369332"/>
              <a:gd name="connsiteX4" fmla="*/ 448988 w 880369"/>
              <a:gd name="connsiteY4" fmla="*/ 369332 h 369332"/>
              <a:gd name="connsiteX5" fmla="*/ 0 w 880369"/>
              <a:gd name="connsiteY5" fmla="*/ 369332 h 369332"/>
              <a:gd name="connsiteX6" fmla="*/ 0 w 880369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369" h="369332" extrusionOk="0">
                <a:moveTo>
                  <a:pt x="0" y="0"/>
                </a:moveTo>
                <a:cubicBezTo>
                  <a:pt x="160734" y="-37133"/>
                  <a:pt x="282500" y="9563"/>
                  <a:pt x="431381" y="0"/>
                </a:cubicBezTo>
                <a:cubicBezTo>
                  <a:pt x="580262" y="-9563"/>
                  <a:pt x="696059" y="8835"/>
                  <a:pt x="880369" y="0"/>
                </a:cubicBezTo>
                <a:cubicBezTo>
                  <a:pt x="905735" y="117623"/>
                  <a:pt x="853064" y="212262"/>
                  <a:pt x="880369" y="369332"/>
                </a:cubicBezTo>
                <a:cubicBezTo>
                  <a:pt x="761215" y="378487"/>
                  <a:pt x="632880" y="340689"/>
                  <a:pt x="448988" y="369332"/>
                </a:cubicBezTo>
                <a:cubicBezTo>
                  <a:pt x="265096" y="397975"/>
                  <a:pt x="197700" y="333980"/>
                  <a:pt x="0" y="369332"/>
                </a:cubicBezTo>
                <a:cubicBezTo>
                  <a:pt x="-35286" y="248785"/>
                  <a:pt x="6773" y="169069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extLst>
              <a:ext uri="{C807C97D-BFC1-408E-A445-0C87EB9F89A2}">
                <ask:lineSketchStyleProps xmlns:ask="http://schemas.microsoft.com/office/drawing/2018/sketchyshapes" sd="384187230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5651B7-6E4B-A540-9945-53172FC4E975}"/>
              </a:ext>
            </a:extLst>
          </p:cNvPr>
          <p:cNvSpPr txBox="1"/>
          <p:nvPr/>
        </p:nvSpPr>
        <p:spPr>
          <a:xfrm>
            <a:off x="4481252" y="2469467"/>
            <a:ext cx="880369" cy="369332"/>
          </a:xfrm>
          <a:custGeom>
            <a:avLst/>
            <a:gdLst>
              <a:gd name="connsiteX0" fmla="*/ 0 w 880369"/>
              <a:gd name="connsiteY0" fmla="*/ 0 h 369332"/>
              <a:gd name="connsiteX1" fmla="*/ 431381 w 880369"/>
              <a:gd name="connsiteY1" fmla="*/ 0 h 369332"/>
              <a:gd name="connsiteX2" fmla="*/ 880369 w 880369"/>
              <a:gd name="connsiteY2" fmla="*/ 0 h 369332"/>
              <a:gd name="connsiteX3" fmla="*/ 880369 w 880369"/>
              <a:gd name="connsiteY3" fmla="*/ 369332 h 369332"/>
              <a:gd name="connsiteX4" fmla="*/ 431381 w 880369"/>
              <a:gd name="connsiteY4" fmla="*/ 369332 h 369332"/>
              <a:gd name="connsiteX5" fmla="*/ 0 w 880369"/>
              <a:gd name="connsiteY5" fmla="*/ 369332 h 369332"/>
              <a:gd name="connsiteX6" fmla="*/ 0 w 880369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369" h="369332" extrusionOk="0">
                <a:moveTo>
                  <a:pt x="0" y="0"/>
                </a:moveTo>
                <a:cubicBezTo>
                  <a:pt x="139050" y="-39020"/>
                  <a:pt x="277665" y="10728"/>
                  <a:pt x="431381" y="0"/>
                </a:cubicBezTo>
                <a:cubicBezTo>
                  <a:pt x="585097" y="-10728"/>
                  <a:pt x="725290" y="990"/>
                  <a:pt x="880369" y="0"/>
                </a:cubicBezTo>
                <a:cubicBezTo>
                  <a:pt x="893344" y="128990"/>
                  <a:pt x="862726" y="248787"/>
                  <a:pt x="880369" y="369332"/>
                </a:cubicBezTo>
                <a:cubicBezTo>
                  <a:pt x="698634" y="401203"/>
                  <a:pt x="590788" y="362743"/>
                  <a:pt x="431381" y="369332"/>
                </a:cubicBezTo>
                <a:cubicBezTo>
                  <a:pt x="271974" y="375921"/>
                  <a:pt x="166253" y="347968"/>
                  <a:pt x="0" y="369332"/>
                </a:cubicBezTo>
                <a:cubicBezTo>
                  <a:pt x="-41053" y="291451"/>
                  <a:pt x="33334" y="128295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extLst>
              <a:ext uri="{C807C97D-BFC1-408E-A445-0C87EB9F89A2}">
                <ask:lineSketchStyleProps xmlns:ask="http://schemas.microsoft.com/office/drawing/2018/sketchyshapes" sd="59477529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7ADC32-EB53-D449-86A6-01FEAF700CD4}"/>
              </a:ext>
            </a:extLst>
          </p:cNvPr>
          <p:cNvSpPr txBox="1"/>
          <p:nvPr/>
        </p:nvSpPr>
        <p:spPr>
          <a:xfrm>
            <a:off x="5491000" y="2469474"/>
            <a:ext cx="1018227" cy="646331"/>
          </a:xfrm>
          <a:custGeom>
            <a:avLst/>
            <a:gdLst>
              <a:gd name="connsiteX0" fmla="*/ 0 w 1018227"/>
              <a:gd name="connsiteY0" fmla="*/ 0 h 646331"/>
              <a:gd name="connsiteX1" fmla="*/ 498931 w 1018227"/>
              <a:gd name="connsiteY1" fmla="*/ 0 h 646331"/>
              <a:gd name="connsiteX2" fmla="*/ 1018227 w 1018227"/>
              <a:gd name="connsiteY2" fmla="*/ 0 h 646331"/>
              <a:gd name="connsiteX3" fmla="*/ 1018227 w 1018227"/>
              <a:gd name="connsiteY3" fmla="*/ 310239 h 646331"/>
              <a:gd name="connsiteX4" fmla="*/ 1018227 w 1018227"/>
              <a:gd name="connsiteY4" fmla="*/ 646331 h 646331"/>
              <a:gd name="connsiteX5" fmla="*/ 498931 w 1018227"/>
              <a:gd name="connsiteY5" fmla="*/ 646331 h 646331"/>
              <a:gd name="connsiteX6" fmla="*/ 0 w 1018227"/>
              <a:gd name="connsiteY6" fmla="*/ 646331 h 646331"/>
              <a:gd name="connsiteX7" fmla="*/ 0 w 1018227"/>
              <a:gd name="connsiteY7" fmla="*/ 310239 h 646331"/>
              <a:gd name="connsiteX8" fmla="*/ 0 w 1018227"/>
              <a:gd name="connsiteY8" fmla="*/ 0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18227" h="646331" extrusionOk="0">
                <a:moveTo>
                  <a:pt x="0" y="0"/>
                </a:moveTo>
                <a:cubicBezTo>
                  <a:pt x="181723" y="-17643"/>
                  <a:pt x="298996" y="15252"/>
                  <a:pt x="498931" y="0"/>
                </a:cubicBezTo>
                <a:cubicBezTo>
                  <a:pt x="698866" y="-15252"/>
                  <a:pt x="815469" y="53259"/>
                  <a:pt x="1018227" y="0"/>
                </a:cubicBezTo>
                <a:cubicBezTo>
                  <a:pt x="1049051" y="64637"/>
                  <a:pt x="1010556" y="244522"/>
                  <a:pt x="1018227" y="310239"/>
                </a:cubicBezTo>
                <a:cubicBezTo>
                  <a:pt x="1025898" y="375956"/>
                  <a:pt x="979563" y="514861"/>
                  <a:pt x="1018227" y="646331"/>
                </a:cubicBezTo>
                <a:cubicBezTo>
                  <a:pt x="806608" y="698232"/>
                  <a:pt x="686405" y="613049"/>
                  <a:pt x="498931" y="646331"/>
                </a:cubicBezTo>
                <a:cubicBezTo>
                  <a:pt x="311457" y="679613"/>
                  <a:pt x="204632" y="608556"/>
                  <a:pt x="0" y="646331"/>
                </a:cubicBezTo>
                <a:cubicBezTo>
                  <a:pt x="-26529" y="548202"/>
                  <a:pt x="15296" y="464306"/>
                  <a:pt x="0" y="310239"/>
                </a:cubicBezTo>
                <a:cubicBezTo>
                  <a:pt x="-15296" y="156172"/>
                  <a:pt x="14247" y="84800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extLst>
              <a:ext uri="{C807C97D-BFC1-408E-A445-0C87EB9F89A2}">
                <ask:lineSketchStyleProps xmlns:ask="http://schemas.microsoft.com/office/drawing/2018/sketchyshapes" sd="265503760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D087A8B-B375-C34D-8837-804D055598B0}"/>
              </a:ext>
            </a:extLst>
          </p:cNvPr>
          <p:cNvCxnSpPr>
            <a:cxnSpLocks/>
          </p:cNvCxnSpPr>
          <p:nvPr/>
        </p:nvCxnSpPr>
        <p:spPr>
          <a:xfrm>
            <a:off x="2100789" y="3268014"/>
            <a:ext cx="3899329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A951E6A-8FE2-514C-8A31-EFB33061478C}"/>
              </a:ext>
            </a:extLst>
          </p:cNvPr>
          <p:cNvSpPr txBox="1"/>
          <p:nvPr/>
        </p:nvSpPr>
        <p:spPr>
          <a:xfrm>
            <a:off x="2396536" y="2938708"/>
            <a:ext cx="480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baseline="-25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0963111-48A6-4E42-82C5-7EB872BBCB14}"/>
              </a:ext>
            </a:extLst>
          </p:cNvPr>
          <p:cNvCxnSpPr/>
          <p:nvPr/>
        </p:nvCxnSpPr>
        <p:spPr>
          <a:xfrm flipH="1">
            <a:off x="4901791" y="3965285"/>
            <a:ext cx="1098327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A70BA53-7E97-0C4C-8ED6-BF4A1E842C87}"/>
              </a:ext>
            </a:extLst>
          </p:cNvPr>
          <p:cNvCxnSpPr/>
          <p:nvPr/>
        </p:nvCxnSpPr>
        <p:spPr>
          <a:xfrm flipH="1">
            <a:off x="3877024" y="4017838"/>
            <a:ext cx="2123088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95EDBF3-BE73-BD46-8CE4-FBEE346972AC}"/>
              </a:ext>
            </a:extLst>
          </p:cNvPr>
          <p:cNvCxnSpPr/>
          <p:nvPr/>
        </p:nvCxnSpPr>
        <p:spPr>
          <a:xfrm flipH="1">
            <a:off x="2957372" y="4070391"/>
            <a:ext cx="3042740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2958C5D-D221-DA49-BF7A-EBB888DDA439}"/>
              </a:ext>
            </a:extLst>
          </p:cNvPr>
          <p:cNvSpPr txBox="1"/>
          <p:nvPr/>
        </p:nvSpPr>
        <p:spPr>
          <a:xfrm>
            <a:off x="5106541" y="3464819"/>
            <a:ext cx="1499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creation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13E7F0-A8F8-494A-A9DE-2D873A589DEF}"/>
              </a:ext>
            </a:extLst>
          </p:cNvPr>
          <p:cNvSpPr txBox="1"/>
          <p:nvPr/>
        </p:nvSpPr>
        <p:spPr>
          <a:xfrm>
            <a:off x="4084594" y="3700401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2BE3DD-6ECE-ED4F-A57E-79413575A74F}"/>
              </a:ext>
            </a:extLst>
          </p:cNvPr>
          <p:cNvSpPr txBox="1"/>
          <p:nvPr/>
        </p:nvSpPr>
        <p:spPr>
          <a:xfrm>
            <a:off x="2682919" y="435577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execution of transactions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74A91C7-6E6E-B943-A1DC-90A4B09BDABE}"/>
              </a:ext>
            </a:extLst>
          </p:cNvPr>
          <p:cNvSpPr/>
          <p:nvPr/>
        </p:nvSpPr>
        <p:spPr>
          <a:xfrm>
            <a:off x="2242296" y="3020301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1</a:t>
            </a:r>
            <a:endParaRPr lang="en-US" sz="14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0B9995D-BD26-AB4D-B757-8A9B44583FBC}"/>
              </a:ext>
            </a:extLst>
          </p:cNvPr>
          <p:cNvSpPr/>
          <p:nvPr/>
        </p:nvSpPr>
        <p:spPr>
          <a:xfrm>
            <a:off x="5914113" y="3350603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C5F78B3-0467-1841-94C1-A1E1C7B270C1}"/>
              </a:ext>
            </a:extLst>
          </p:cNvPr>
          <p:cNvSpPr/>
          <p:nvPr/>
        </p:nvSpPr>
        <p:spPr>
          <a:xfrm>
            <a:off x="3788071" y="3754549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601160C-C046-194C-ADF9-0AA471ADD38C}"/>
              </a:ext>
            </a:extLst>
          </p:cNvPr>
          <p:cNvSpPr/>
          <p:nvPr/>
        </p:nvSpPr>
        <p:spPr>
          <a:xfrm>
            <a:off x="2852454" y="4218620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187EEAB-F03C-CE40-88F9-7312187F97A6}"/>
              </a:ext>
            </a:extLst>
          </p:cNvPr>
          <p:cNvSpPr/>
          <p:nvPr/>
        </p:nvSpPr>
        <p:spPr>
          <a:xfrm>
            <a:off x="4820147" y="3710179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CE0874A-3D1E-E347-98B5-368F844B90EC}"/>
              </a:ext>
            </a:extLst>
          </p:cNvPr>
          <p:cNvSpPr/>
          <p:nvPr/>
        </p:nvSpPr>
        <p:spPr>
          <a:xfrm>
            <a:off x="2864026" y="3791199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B4846E2-CF38-AD4E-9D84-848CEA6F14FD}"/>
              </a:ext>
            </a:extLst>
          </p:cNvPr>
          <p:cNvSpPr/>
          <p:nvPr/>
        </p:nvSpPr>
        <p:spPr>
          <a:xfrm>
            <a:off x="3780360" y="4232122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1D201B0-A545-4849-8359-E4171A5B5A12}"/>
              </a:ext>
            </a:extLst>
          </p:cNvPr>
          <p:cNvSpPr/>
          <p:nvPr/>
        </p:nvSpPr>
        <p:spPr>
          <a:xfrm>
            <a:off x="4812435" y="4234049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568629B-8A31-2941-A1F6-0F1707419AF8}"/>
              </a:ext>
            </a:extLst>
          </p:cNvPr>
          <p:cNvCxnSpPr>
            <a:cxnSpLocks/>
          </p:cNvCxnSpPr>
          <p:nvPr/>
        </p:nvCxnSpPr>
        <p:spPr>
          <a:xfrm>
            <a:off x="7138725" y="2817770"/>
            <a:ext cx="0" cy="144420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E46B21A-DE10-524F-A16D-B15566AF46D0}"/>
              </a:ext>
            </a:extLst>
          </p:cNvPr>
          <p:cNvCxnSpPr>
            <a:cxnSpLocks/>
          </p:cNvCxnSpPr>
          <p:nvPr/>
        </p:nvCxnSpPr>
        <p:spPr>
          <a:xfrm>
            <a:off x="7995314" y="2823023"/>
            <a:ext cx="0" cy="201600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3D5D18F-7631-F148-9E6D-ADAC5F52E32C}"/>
              </a:ext>
            </a:extLst>
          </p:cNvPr>
          <p:cNvCxnSpPr/>
          <p:nvPr/>
        </p:nvCxnSpPr>
        <p:spPr>
          <a:xfrm>
            <a:off x="8914966" y="2831972"/>
            <a:ext cx="0" cy="201600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C5BD995-2A46-C341-BF99-DF8391FF18F3}"/>
              </a:ext>
            </a:extLst>
          </p:cNvPr>
          <p:cNvCxnSpPr/>
          <p:nvPr/>
        </p:nvCxnSpPr>
        <p:spPr>
          <a:xfrm>
            <a:off x="9939727" y="2823024"/>
            <a:ext cx="0" cy="201600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FE442F2-64C9-AD44-B316-FC74C63F5713}"/>
              </a:ext>
            </a:extLst>
          </p:cNvPr>
          <p:cNvCxnSpPr>
            <a:cxnSpLocks/>
            <a:stCxn id="52" idx="2"/>
          </p:cNvCxnSpPr>
          <p:nvPr/>
        </p:nvCxnSpPr>
        <p:spPr>
          <a:xfrm flipH="1">
            <a:off x="11038055" y="3115801"/>
            <a:ext cx="1" cy="1835995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D06D8F9-5C59-2E4B-A16A-207C5658ECD8}"/>
              </a:ext>
            </a:extLst>
          </p:cNvPr>
          <p:cNvSpPr txBox="1"/>
          <p:nvPr/>
        </p:nvSpPr>
        <p:spPr>
          <a:xfrm>
            <a:off x="6788572" y="2469463"/>
            <a:ext cx="748923" cy="369332"/>
          </a:xfrm>
          <a:custGeom>
            <a:avLst/>
            <a:gdLst>
              <a:gd name="connsiteX0" fmla="*/ 0 w 748923"/>
              <a:gd name="connsiteY0" fmla="*/ 0 h 369332"/>
              <a:gd name="connsiteX1" fmla="*/ 366972 w 748923"/>
              <a:gd name="connsiteY1" fmla="*/ 0 h 369332"/>
              <a:gd name="connsiteX2" fmla="*/ 748923 w 748923"/>
              <a:gd name="connsiteY2" fmla="*/ 0 h 369332"/>
              <a:gd name="connsiteX3" fmla="*/ 748923 w 748923"/>
              <a:gd name="connsiteY3" fmla="*/ 369332 h 369332"/>
              <a:gd name="connsiteX4" fmla="*/ 366972 w 748923"/>
              <a:gd name="connsiteY4" fmla="*/ 369332 h 369332"/>
              <a:gd name="connsiteX5" fmla="*/ 0 w 748923"/>
              <a:gd name="connsiteY5" fmla="*/ 369332 h 369332"/>
              <a:gd name="connsiteX6" fmla="*/ 0 w 748923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8923" h="369332" extrusionOk="0">
                <a:moveTo>
                  <a:pt x="0" y="0"/>
                </a:moveTo>
                <a:cubicBezTo>
                  <a:pt x="94991" y="-6372"/>
                  <a:pt x="253933" y="18179"/>
                  <a:pt x="366972" y="0"/>
                </a:cubicBezTo>
                <a:cubicBezTo>
                  <a:pt x="480011" y="-18179"/>
                  <a:pt x="657652" y="36624"/>
                  <a:pt x="748923" y="0"/>
                </a:cubicBezTo>
                <a:cubicBezTo>
                  <a:pt x="787359" y="92560"/>
                  <a:pt x="715893" y="275435"/>
                  <a:pt x="748923" y="369332"/>
                </a:cubicBezTo>
                <a:cubicBezTo>
                  <a:pt x="589640" y="408268"/>
                  <a:pt x="459805" y="364935"/>
                  <a:pt x="366972" y="369332"/>
                </a:cubicBezTo>
                <a:cubicBezTo>
                  <a:pt x="274139" y="373729"/>
                  <a:pt x="161692" y="348638"/>
                  <a:pt x="0" y="369332"/>
                </a:cubicBezTo>
                <a:cubicBezTo>
                  <a:pt x="-4606" y="291025"/>
                  <a:pt x="19527" y="138912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extLst>
              <a:ext uri="{C807C97D-BFC1-408E-A445-0C87EB9F89A2}">
                <ask:lineSketchStyleProps xmlns:ask="http://schemas.microsoft.com/office/drawing/2018/sketchyshapes" sd="257222260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D8FD952-96D4-854D-990A-6A3466DAF17B}"/>
              </a:ext>
            </a:extLst>
          </p:cNvPr>
          <p:cNvSpPr txBox="1"/>
          <p:nvPr/>
        </p:nvSpPr>
        <p:spPr>
          <a:xfrm>
            <a:off x="7611149" y="2469463"/>
            <a:ext cx="880369" cy="369332"/>
          </a:xfrm>
          <a:custGeom>
            <a:avLst/>
            <a:gdLst>
              <a:gd name="connsiteX0" fmla="*/ 0 w 880369"/>
              <a:gd name="connsiteY0" fmla="*/ 0 h 369332"/>
              <a:gd name="connsiteX1" fmla="*/ 457792 w 880369"/>
              <a:gd name="connsiteY1" fmla="*/ 0 h 369332"/>
              <a:gd name="connsiteX2" fmla="*/ 880369 w 880369"/>
              <a:gd name="connsiteY2" fmla="*/ 0 h 369332"/>
              <a:gd name="connsiteX3" fmla="*/ 880369 w 880369"/>
              <a:gd name="connsiteY3" fmla="*/ 369332 h 369332"/>
              <a:gd name="connsiteX4" fmla="*/ 431381 w 880369"/>
              <a:gd name="connsiteY4" fmla="*/ 369332 h 369332"/>
              <a:gd name="connsiteX5" fmla="*/ 0 w 880369"/>
              <a:gd name="connsiteY5" fmla="*/ 369332 h 369332"/>
              <a:gd name="connsiteX6" fmla="*/ 0 w 880369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369" h="369332" extrusionOk="0">
                <a:moveTo>
                  <a:pt x="0" y="0"/>
                </a:moveTo>
                <a:cubicBezTo>
                  <a:pt x="149900" y="-13680"/>
                  <a:pt x="335960" y="36708"/>
                  <a:pt x="457792" y="0"/>
                </a:cubicBezTo>
                <a:cubicBezTo>
                  <a:pt x="579624" y="-36708"/>
                  <a:pt x="707534" y="22518"/>
                  <a:pt x="880369" y="0"/>
                </a:cubicBezTo>
                <a:cubicBezTo>
                  <a:pt x="913383" y="155196"/>
                  <a:pt x="872473" y="234160"/>
                  <a:pt x="880369" y="369332"/>
                </a:cubicBezTo>
                <a:cubicBezTo>
                  <a:pt x="669087" y="386827"/>
                  <a:pt x="611544" y="325381"/>
                  <a:pt x="431381" y="369332"/>
                </a:cubicBezTo>
                <a:cubicBezTo>
                  <a:pt x="251218" y="413283"/>
                  <a:pt x="191060" y="364457"/>
                  <a:pt x="0" y="369332"/>
                </a:cubicBezTo>
                <a:cubicBezTo>
                  <a:pt x="-21877" y="262519"/>
                  <a:pt x="20895" y="79244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extLst>
              <a:ext uri="{C807C97D-BFC1-408E-A445-0C87EB9F89A2}">
                <ask:lineSketchStyleProps xmlns:ask="http://schemas.microsoft.com/office/drawing/2018/sketchyshapes" sd="109659837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D984084-9372-9440-B68A-809A99FF1849}"/>
              </a:ext>
            </a:extLst>
          </p:cNvPr>
          <p:cNvSpPr txBox="1"/>
          <p:nvPr/>
        </p:nvSpPr>
        <p:spPr>
          <a:xfrm>
            <a:off x="8566202" y="2469463"/>
            <a:ext cx="880369" cy="369332"/>
          </a:xfrm>
          <a:custGeom>
            <a:avLst/>
            <a:gdLst>
              <a:gd name="connsiteX0" fmla="*/ 0 w 880369"/>
              <a:gd name="connsiteY0" fmla="*/ 0 h 369332"/>
              <a:gd name="connsiteX1" fmla="*/ 413773 w 880369"/>
              <a:gd name="connsiteY1" fmla="*/ 0 h 369332"/>
              <a:gd name="connsiteX2" fmla="*/ 880369 w 880369"/>
              <a:gd name="connsiteY2" fmla="*/ 0 h 369332"/>
              <a:gd name="connsiteX3" fmla="*/ 880369 w 880369"/>
              <a:gd name="connsiteY3" fmla="*/ 369332 h 369332"/>
              <a:gd name="connsiteX4" fmla="*/ 448988 w 880369"/>
              <a:gd name="connsiteY4" fmla="*/ 369332 h 369332"/>
              <a:gd name="connsiteX5" fmla="*/ 0 w 880369"/>
              <a:gd name="connsiteY5" fmla="*/ 369332 h 369332"/>
              <a:gd name="connsiteX6" fmla="*/ 0 w 880369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369" h="369332" extrusionOk="0">
                <a:moveTo>
                  <a:pt x="0" y="0"/>
                </a:moveTo>
                <a:cubicBezTo>
                  <a:pt x="121614" y="-10237"/>
                  <a:pt x="314001" y="2668"/>
                  <a:pt x="413773" y="0"/>
                </a:cubicBezTo>
                <a:cubicBezTo>
                  <a:pt x="513545" y="-2668"/>
                  <a:pt x="750986" y="29305"/>
                  <a:pt x="880369" y="0"/>
                </a:cubicBezTo>
                <a:cubicBezTo>
                  <a:pt x="883551" y="88625"/>
                  <a:pt x="843416" y="209248"/>
                  <a:pt x="880369" y="369332"/>
                </a:cubicBezTo>
                <a:cubicBezTo>
                  <a:pt x="790295" y="383675"/>
                  <a:pt x="587518" y="352718"/>
                  <a:pt x="448988" y="369332"/>
                </a:cubicBezTo>
                <a:cubicBezTo>
                  <a:pt x="310458" y="385946"/>
                  <a:pt x="211652" y="352741"/>
                  <a:pt x="0" y="369332"/>
                </a:cubicBezTo>
                <a:cubicBezTo>
                  <a:pt x="-41408" y="238050"/>
                  <a:pt x="37831" y="88491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extLst>
              <a:ext uri="{C807C97D-BFC1-408E-A445-0C87EB9F89A2}">
                <ask:lineSketchStyleProps xmlns:ask="http://schemas.microsoft.com/office/drawing/2018/sketchyshapes" sd="425705480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1434DF-1E4F-E04B-8826-178F31836F76}"/>
              </a:ext>
            </a:extLst>
          </p:cNvPr>
          <p:cNvSpPr txBox="1"/>
          <p:nvPr/>
        </p:nvSpPr>
        <p:spPr>
          <a:xfrm>
            <a:off x="9519194" y="2469463"/>
            <a:ext cx="880369" cy="369332"/>
          </a:xfrm>
          <a:custGeom>
            <a:avLst/>
            <a:gdLst>
              <a:gd name="connsiteX0" fmla="*/ 0 w 880369"/>
              <a:gd name="connsiteY0" fmla="*/ 0 h 369332"/>
              <a:gd name="connsiteX1" fmla="*/ 413773 w 880369"/>
              <a:gd name="connsiteY1" fmla="*/ 0 h 369332"/>
              <a:gd name="connsiteX2" fmla="*/ 880369 w 880369"/>
              <a:gd name="connsiteY2" fmla="*/ 0 h 369332"/>
              <a:gd name="connsiteX3" fmla="*/ 880369 w 880369"/>
              <a:gd name="connsiteY3" fmla="*/ 369332 h 369332"/>
              <a:gd name="connsiteX4" fmla="*/ 448988 w 880369"/>
              <a:gd name="connsiteY4" fmla="*/ 369332 h 369332"/>
              <a:gd name="connsiteX5" fmla="*/ 0 w 880369"/>
              <a:gd name="connsiteY5" fmla="*/ 369332 h 369332"/>
              <a:gd name="connsiteX6" fmla="*/ 0 w 880369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369" h="369332" extrusionOk="0">
                <a:moveTo>
                  <a:pt x="0" y="0"/>
                </a:moveTo>
                <a:cubicBezTo>
                  <a:pt x="166632" y="-8256"/>
                  <a:pt x="257541" y="48232"/>
                  <a:pt x="413773" y="0"/>
                </a:cubicBezTo>
                <a:cubicBezTo>
                  <a:pt x="570005" y="-48232"/>
                  <a:pt x="672984" y="53719"/>
                  <a:pt x="880369" y="0"/>
                </a:cubicBezTo>
                <a:cubicBezTo>
                  <a:pt x="907899" y="139192"/>
                  <a:pt x="842328" y="227840"/>
                  <a:pt x="880369" y="369332"/>
                </a:cubicBezTo>
                <a:cubicBezTo>
                  <a:pt x="715251" y="394163"/>
                  <a:pt x="636523" y="367883"/>
                  <a:pt x="448988" y="369332"/>
                </a:cubicBezTo>
                <a:cubicBezTo>
                  <a:pt x="261453" y="370781"/>
                  <a:pt x="112447" y="342859"/>
                  <a:pt x="0" y="369332"/>
                </a:cubicBezTo>
                <a:cubicBezTo>
                  <a:pt x="-43032" y="239682"/>
                  <a:pt x="21633" y="86735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extLst>
              <a:ext uri="{C807C97D-BFC1-408E-A445-0C87EB9F89A2}">
                <ask:lineSketchStyleProps xmlns:ask="http://schemas.microsoft.com/office/drawing/2018/sketchyshapes" sd="420264858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FD4FD8-3850-B743-AF1C-4469B610CE1C}"/>
              </a:ext>
            </a:extLst>
          </p:cNvPr>
          <p:cNvSpPr txBox="1"/>
          <p:nvPr/>
        </p:nvSpPr>
        <p:spPr>
          <a:xfrm>
            <a:off x="10528942" y="2469470"/>
            <a:ext cx="1018227" cy="646331"/>
          </a:xfrm>
          <a:custGeom>
            <a:avLst/>
            <a:gdLst>
              <a:gd name="connsiteX0" fmla="*/ 0 w 1018227"/>
              <a:gd name="connsiteY0" fmla="*/ 0 h 646331"/>
              <a:gd name="connsiteX1" fmla="*/ 509114 w 1018227"/>
              <a:gd name="connsiteY1" fmla="*/ 0 h 646331"/>
              <a:gd name="connsiteX2" fmla="*/ 1018227 w 1018227"/>
              <a:gd name="connsiteY2" fmla="*/ 0 h 646331"/>
              <a:gd name="connsiteX3" fmla="*/ 1018227 w 1018227"/>
              <a:gd name="connsiteY3" fmla="*/ 310239 h 646331"/>
              <a:gd name="connsiteX4" fmla="*/ 1018227 w 1018227"/>
              <a:gd name="connsiteY4" fmla="*/ 646331 h 646331"/>
              <a:gd name="connsiteX5" fmla="*/ 539660 w 1018227"/>
              <a:gd name="connsiteY5" fmla="*/ 646331 h 646331"/>
              <a:gd name="connsiteX6" fmla="*/ 0 w 1018227"/>
              <a:gd name="connsiteY6" fmla="*/ 646331 h 646331"/>
              <a:gd name="connsiteX7" fmla="*/ 0 w 1018227"/>
              <a:gd name="connsiteY7" fmla="*/ 342555 h 646331"/>
              <a:gd name="connsiteX8" fmla="*/ 0 w 1018227"/>
              <a:gd name="connsiteY8" fmla="*/ 0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18227" h="646331" extrusionOk="0">
                <a:moveTo>
                  <a:pt x="0" y="0"/>
                </a:moveTo>
                <a:cubicBezTo>
                  <a:pt x="179751" y="-31115"/>
                  <a:pt x="406634" y="14051"/>
                  <a:pt x="509114" y="0"/>
                </a:cubicBezTo>
                <a:cubicBezTo>
                  <a:pt x="611594" y="-14051"/>
                  <a:pt x="907238" y="51882"/>
                  <a:pt x="1018227" y="0"/>
                </a:cubicBezTo>
                <a:cubicBezTo>
                  <a:pt x="1034913" y="143231"/>
                  <a:pt x="998381" y="182409"/>
                  <a:pt x="1018227" y="310239"/>
                </a:cubicBezTo>
                <a:cubicBezTo>
                  <a:pt x="1038073" y="438069"/>
                  <a:pt x="985095" y="515145"/>
                  <a:pt x="1018227" y="646331"/>
                </a:cubicBezTo>
                <a:cubicBezTo>
                  <a:pt x="825022" y="651265"/>
                  <a:pt x="728348" y="621955"/>
                  <a:pt x="539660" y="646331"/>
                </a:cubicBezTo>
                <a:cubicBezTo>
                  <a:pt x="350972" y="670707"/>
                  <a:pt x="135474" y="621517"/>
                  <a:pt x="0" y="646331"/>
                </a:cubicBezTo>
                <a:cubicBezTo>
                  <a:pt x="-17317" y="495644"/>
                  <a:pt x="15821" y="443000"/>
                  <a:pt x="0" y="342555"/>
                </a:cubicBezTo>
                <a:cubicBezTo>
                  <a:pt x="-15821" y="242110"/>
                  <a:pt x="13566" y="122028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extLst>
              <a:ext uri="{C807C97D-BFC1-408E-A445-0C87EB9F89A2}">
                <ask:lineSketchStyleProps xmlns:ask="http://schemas.microsoft.com/office/drawing/2018/sketchyshapes" sd="155127081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A027D8E-3078-CE47-A777-061DB84A690A}"/>
              </a:ext>
            </a:extLst>
          </p:cNvPr>
          <p:cNvCxnSpPr>
            <a:cxnSpLocks/>
          </p:cNvCxnSpPr>
          <p:nvPr/>
        </p:nvCxnSpPr>
        <p:spPr>
          <a:xfrm>
            <a:off x="7138732" y="3268010"/>
            <a:ext cx="856589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4059332-ADC0-BE4F-9B25-2E4EC2140486}"/>
              </a:ext>
            </a:extLst>
          </p:cNvPr>
          <p:cNvSpPr txBox="1"/>
          <p:nvPr/>
        </p:nvSpPr>
        <p:spPr>
          <a:xfrm>
            <a:off x="7434478" y="2938704"/>
            <a:ext cx="480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baseline="-25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D9B3DB6-7251-6C49-85F6-3E7276F48EBD}"/>
              </a:ext>
            </a:extLst>
          </p:cNvPr>
          <p:cNvCxnSpPr/>
          <p:nvPr/>
        </p:nvCxnSpPr>
        <p:spPr>
          <a:xfrm flipH="1">
            <a:off x="9939734" y="4368137"/>
            <a:ext cx="1098327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5E6C3D8-3A0F-6345-985C-2DD8EC469FCA}"/>
              </a:ext>
            </a:extLst>
          </p:cNvPr>
          <p:cNvCxnSpPr/>
          <p:nvPr/>
        </p:nvCxnSpPr>
        <p:spPr>
          <a:xfrm flipH="1">
            <a:off x="8914966" y="4420690"/>
            <a:ext cx="2123088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817740A-7058-6645-957E-88E10E89E44D}"/>
              </a:ext>
            </a:extLst>
          </p:cNvPr>
          <p:cNvCxnSpPr/>
          <p:nvPr/>
        </p:nvCxnSpPr>
        <p:spPr>
          <a:xfrm flipH="1">
            <a:off x="7995314" y="4473243"/>
            <a:ext cx="3042740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72A5246-950F-EF4F-A6A7-0D522B841FF3}"/>
              </a:ext>
            </a:extLst>
          </p:cNvPr>
          <p:cNvSpPr txBox="1"/>
          <p:nvPr/>
        </p:nvSpPr>
        <p:spPr>
          <a:xfrm>
            <a:off x="10196714" y="3669212"/>
            <a:ext cx="1499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creation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F3649D-3099-CC4B-95B4-69A7CA63AE7D}"/>
              </a:ext>
            </a:extLst>
          </p:cNvPr>
          <p:cNvSpPr txBox="1"/>
          <p:nvPr/>
        </p:nvSpPr>
        <p:spPr>
          <a:xfrm>
            <a:off x="9122536" y="4103253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2A7E6C-A348-F142-906A-FCF2B4CE514E}"/>
              </a:ext>
            </a:extLst>
          </p:cNvPr>
          <p:cNvSpPr txBox="1"/>
          <p:nvPr/>
        </p:nvSpPr>
        <p:spPr>
          <a:xfrm>
            <a:off x="8487049" y="4819003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24A40D1A-D34A-BA4D-A8ED-6279CE2461D0}"/>
              </a:ext>
            </a:extLst>
          </p:cNvPr>
          <p:cNvSpPr/>
          <p:nvPr/>
        </p:nvSpPr>
        <p:spPr>
          <a:xfrm>
            <a:off x="7280239" y="3020297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1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EA6A8032-03F1-114F-8FF0-0D6748915BD4}"/>
              </a:ext>
            </a:extLst>
          </p:cNvPr>
          <p:cNvSpPr/>
          <p:nvPr/>
        </p:nvSpPr>
        <p:spPr>
          <a:xfrm>
            <a:off x="10951348" y="3542575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7C6F7F69-96B1-444D-A8A6-4EFAD3C05082}"/>
              </a:ext>
            </a:extLst>
          </p:cNvPr>
          <p:cNvSpPr/>
          <p:nvPr/>
        </p:nvSpPr>
        <p:spPr>
          <a:xfrm>
            <a:off x="8826014" y="4157401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B43C7073-93A2-264E-828A-B9313CA2AB4E}"/>
              </a:ext>
            </a:extLst>
          </p:cNvPr>
          <p:cNvSpPr/>
          <p:nvPr/>
        </p:nvSpPr>
        <p:spPr>
          <a:xfrm>
            <a:off x="7890397" y="4668620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EECA24F4-3575-524F-AC06-A9C644FBBD70}"/>
              </a:ext>
            </a:extLst>
          </p:cNvPr>
          <p:cNvSpPr/>
          <p:nvPr/>
        </p:nvSpPr>
        <p:spPr>
          <a:xfrm>
            <a:off x="9858090" y="4113031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3A0FE0A4-A8FB-C94D-90AD-3AD53D8FB1FE}"/>
              </a:ext>
            </a:extLst>
          </p:cNvPr>
          <p:cNvSpPr/>
          <p:nvPr/>
        </p:nvSpPr>
        <p:spPr>
          <a:xfrm>
            <a:off x="7901969" y="4194051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13B63944-AF7B-834F-BFCB-C7C8A7F3F441}"/>
              </a:ext>
            </a:extLst>
          </p:cNvPr>
          <p:cNvSpPr/>
          <p:nvPr/>
        </p:nvSpPr>
        <p:spPr>
          <a:xfrm>
            <a:off x="8818303" y="4682122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4CD9AD1F-63E7-0F44-8060-B5828727E011}"/>
              </a:ext>
            </a:extLst>
          </p:cNvPr>
          <p:cNvSpPr/>
          <p:nvPr/>
        </p:nvSpPr>
        <p:spPr>
          <a:xfrm>
            <a:off x="9850378" y="4684049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5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26E19C3-4F92-FD48-A16D-EFC07A4507E7}"/>
              </a:ext>
            </a:extLst>
          </p:cNvPr>
          <p:cNvCxnSpPr>
            <a:cxnSpLocks/>
          </p:cNvCxnSpPr>
          <p:nvPr/>
        </p:nvCxnSpPr>
        <p:spPr>
          <a:xfrm>
            <a:off x="7997180" y="3316237"/>
            <a:ext cx="936000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F93A2BA-7322-B142-8FF9-B9A47B2FDB6B}"/>
              </a:ext>
            </a:extLst>
          </p:cNvPr>
          <p:cNvCxnSpPr>
            <a:cxnSpLocks/>
          </p:cNvCxnSpPr>
          <p:nvPr/>
        </p:nvCxnSpPr>
        <p:spPr>
          <a:xfrm>
            <a:off x="8010679" y="3364462"/>
            <a:ext cx="1944000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02B6554-4349-7A4B-B723-C92304DA8542}"/>
              </a:ext>
            </a:extLst>
          </p:cNvPr>
          <p:cNvCxnSpPr>
            <a:cxnSpLocks/>
          </p:cNvCxnSpPr>
          <p:nvPr/>
        </p:nvCxnSpPr>
        <p:spPr>
          <a:xfrm>
            <a:off x="8001029" y="3412687"/>
            <a:ext cx="3024000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166424F2-0800-B54A-9803-6A2E921A8662}"/>
              </a:ext>
            </a:extLst>
          </p:cNvPr>
          <p:cNvSpPr txBox="1"/>
          <p:nvPr/>
        </p:nvSpPr>
        <p:spPr>
          <a:xfrm>
            <a:off x="7766967" y="3674657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execution of transactions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D26EF707-DFA5-A34E-ACE0-7D070457AC94}"/>
              </a:ext>
            </a:extLst>
          </p:cNvPr>
          <p:cNvSpPr/>
          <p:nvPr/>
        </p:nvSpPr>
        <p:spPr>
          <a:xfrm>
            <a:off x="7909131" y="3545015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9E0CAFE2-71D6-B542-A2A5-EA1238304CB6}"/>
              </a:ext>
            </a:extLst>
          </p:cNvPr>
          <p:cNvSpPr/>
          <p:nvPr/>
        </p:nvSpPr>
        <p:spPr>
          <a:xfrm>
            <a:off x="8825460" y="3546944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BB495724-95CD-494B-BEE9-1D3CBCC5B6EA}"/>
              </a:ext>
            </a:extLst>
          </p:cNvPr>
          <p:cNvSpPr/>
          <p:nvPr/>
        </p:nvSpPr>
        <p:spPr>
          <a:xfrm>
            <a:off x="9857534" y="3548871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B1B42D6D-B109-B94C-B976-852ADEBCAAEF}"/>
              </a:ext>
            </a:extLst>
          </p:cNvPr>
          <p:cNvCxnSpPr>
            <a:cxnSpLocks/>
          </p:cNvCxnSpPr>
          <p:nvPr/>
        </p:nvCxnSpPr>
        <p:spPr>
          <a:xfrm>
            <a:off x="12158581" y="2817761"/>
            <a:ext cx="0" cy="208800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31141579-1FA1-3C40-9A55-C87D194FE8F7}"/>
              </a:ext>
            </a:extLst>
          </p:cNvPr>
          <p:cNvCxnSpPr>
            <a:cxnSpLocks/>
          </p:cNvCxnSpPr>
          <p:nvPr/>
        </p:nvCxnSpPr>
        <p:spPr>
          <a:xfrm>
            <a:off x="13015170" y="2823018"/>
            <a:ext cx="0" cy="270000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335DFA5E-6EA8-174E-8C96-354CE7586F2F}"/>
              </a:ext>
            </a:extLst>
          </p:cNvPr>
          <p:cNvCxnSpPr/>
          <p:nvPr/>
        </p:nvCxnSpPr>
        <p:spPr>
          <a:xfrm>
            <a:off x="13934822" y="2831967"/>
            <a:ext cx="0" cy="270000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BFB8174D-E30E-1B4F-9FB4-31F6F8D12F63}"/>
              </a:ext>
            </a:extLst>
          </p:cNvPr>
          <p:cNvCxnSpPr/>
          <p:nvPr/>
        </p:nvCxnSpPr>
        <p:spPr>
          <a:xfrm>
            <a:off x="14959583" y="2823019"/>
            <a:ext cx="0" cy="270000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6A17CF5F-26E8-4F47-B73D-00CC973E5FF4}"/>
              </a:ext>
            </a:extLst>
          </p:cNvPr>
          <p:cNvCxnSpPr>
            <a:cxnSpLocks/>
            <a:stCxn id="123" idx="2"/>
          </p:cNvCxnSpPr>
          <p:nvPr/>
        </p:nvCxnSpPr>
        <p:spPr>
          <a:xfrm flipH="1">
            <a:off x="16057911" y="3115797"/>
            <a:ext cx="1" cy="1835995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CD0B2189-B9C9-D64E-BAE7-C5C25567A62F}"/>
              </a:ext>
            </a:extLst>
          </p:cNvPr>
          <p:cNvSpPr txBox="1"/>
          <p:nvPr/>
        </p:nvSpPr>
        <p:spPr>
          <a:xfrm>
            <a:off x="11808428" y="2469459"/>
            <a:ext cx="748923" cy="369332"/>
          </a:xfrm>
          <a:custGeom>
            <a:avLst/>
            <a:gdLst>
              <a:gd name="connsiteX0" fmla="*/ 0 w 748923"/>
              <a:gd name="connsiteY0" fmla="*/ 0 h 369332"/>
              <a:gd name="connsiteX1" fmla="*/ 374462 w 748923"/>
              <a:gd name="connsiteY1" fmla="*/ 0 h 369332"/>
              <a:gd name="connsiteX2" fmla="*/ 748923 w 748923"/>
              <a:gd name="connsiteY2" fmla="*/ 0 h 369332"/>
              <a:gd name="connsiteX3" fmla="*/ 748923 w 748923"/>
              <a:gd name="connsiteY3" fmla="*/ 369332 h 369332"/>
              <a:gd name="connsiteX4" fmla="*/ 366972 w 748923"/>
              <a:gd name="connsiteY4" fmla="*/ 369332 h 369332"/>
              <a:gd name="connsiteX5" fmla="*/ 0 w 748923"/>
              <a:gd name="connsiteY5" fmla="*/ 369332 h 369332"/>
              <a:gd name="connsiteX6" fmla="*/ 0 w 748923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8923" h="369332" extrusionOk="0">
                <a:moveTo>
                  <a:pt x="0" y="0"/>
                </a:moveTo>
                <a:cubicBezTo>
                  <a:pt x="144775" y="-13374"/>
                  <a:pt x="204202" y="31312"/>
                  <a:pt x="374462" y="0"/>
                </a:cubicBezTo>
                <a:cubicBezTo>
                  <a:pt x="544722" y="-31312"/>
                  <a:pt x="587979" y="41277"/>
                  <a:pt x="748923" y="0"/>
                </a:cubicBezTo>
                <a:cubicBezTo>
                  <a:pt x="760201" y="76821"/>
                  <a:pt x="743458" y="224808"/>
                  <a:pt x="748923" y="369332"/>
                </a:cubicBezTo>
                <a:cubicBezTo>
                  <a:pt x="619031" y="376594"/>
                  <a:pt x="488981" y="348127"/>
                  <a:pt x="366972" y="369332"/>
                </a:cubicBezTo>
                <a:cubicBezTo>
                  <a:pt x="244963" y="390537"/>
                  <a:pt x="163801" y="333304"/>
                  <a:pt x="0" y="369332"/>
                </a:cubicBezTo>
                <a:cubicBezTo>
                  <a:pt x="-14460" y="206015"/>
                  <a:pt x="31376" y="122007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extLst>
              <a:ext uri="{C807C97D-BFC1-408E-A445-0C87EB9F89A2}">
                <ask:lineSketchStyleProps xmlns:ask="http://schemas.microsoft.com/office/drawing/2018/sketchyshapes" sd="144095604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8D6430E-3E0F-8C46-AC2F-CEC22720B1B5}"/>
              </a:ext>
            </a:extLst>
          </p:cNvPr>
          <p:cNvSpPr txBox="1"/>
          <p:nvPr/>
        </p:nvSpPr>
        <p:spPr>
          <a:xfrm>
            <a:off x="12631005" y="2469459"/>
            <a:ext cx="880369" cy="369332"/>
          </a:xfrm>
          <a:custGeom>
            <a:avLst/>
            <a:gdLst>
              <a:gd name="connsiteX0" fmla="*/ 0 w 880369"/>
              <a:gd name="connsiteY0" fmla="*/ 0 h 369332"/>
              <a:gd name="connsiteX1" fmla="*/ 422577 w 880369"/>
              <a:gd name="connsiteY1" fmla="*/ 0 h 369332"/>
              <a:gd name="connsiteX2" fmla="*/ 880369 w 880369"/>
              <a:gd name="connsiteY2" fmla="*/ 0 h 369332"/>
              <a:gd name="connsiteX3" fmla="*/ 880369 w 880369"/>
              <a:gd name="connsiteY3" fmla="*/ 369332 h 369332"/>
              <a:gd name="connsiteX4" fmla="*/ 431381 w 880369"/>
              <a:gd name="connsiteY4" fmla="*/ 369332 h 369332"/>
              <a:gd name="connsiteX5" fmla="*/ 0 w 880369"/>
              <a:gd name="connsiteY5" fmla="*/ 369332 h 369332"/>
              <a:gd name="connsiteX6" fmla="*/ 0 w 880369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369" h="369332" extrusionOk="0">
                <a:moveTo>
                  <a:pt x="0" y="0"/>
                </a:moveTo>
                <a:cubicBezTo>
                  <a:pt x="193489" y="-1485"/>
                  <a:pt x="276646" y="23869"/>
                  <a:pt x="422577" y="0"/>
                </a:cubicBezTo>
                <a:cubicBezTo>
                  <a:pt x="568508" y="-23869"/>
                  <a:pt x="732185" y="47264"/>
                  <a:pt x="880369" y="0"/>
                </a:cubicBezTo>
                <a:cubicBezTo>
                  <a:pt x="902455" y="168514"/>
                  <a:pt x="837588" y="186414"/>
                  <a:pt x="880369" y="369332"/>
                </a:cubicBezTo>
                <a:cubicBezTo>
                  <a:pt x="782437" y="394693"/>
                  <a:pt x="597173" y="367990"/>
                  <a:pt x="431381" y="369332"/>
                </a:cubicBezTo>
                <a:cubicBezTo>
                  <a:pt x="265589" y="370674"/>
                  <a:pt x="211373" y="346670"/>
                  <a:pt x="0" y="369332"/>
                </a:cubicBezTo>
                <a:cubicBezTo>
                  <a:pt x="-14434" y="216357"/>
                  <a:pt x="29823" y="142265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extLst>
              <a:ext uri="{C807C97D-BFC1-408E-A445-0C87EB9F89A2}">
                <ask:lineSketchStyleProps xmlns:ask="http://schemas.microsoft.com/office/drawing/2018/sketchyshapes" sd="254860041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1AB24BE9-0F4D-8F44-860D-56A59FD95CC1}"/>
              </a:ext>
            </a:extLst>
          </p:cNvPr>
          <p:cNvSpPr txBox="1"/>
          <p:nvPr/>
        </p:nvSpPr>
        <p:spPr>
          <a:xfrm>
            <a:off x="13586058" y="2469459"/>
            <a:ext cx="880369" cy="369332"/>
          </a:xfrm>
          <a:custGeom>
            <a:avLst/>
            <a:gdLst>
              <a:gd name="connsiteX0" fmla="*/ 0 w 880369"/>
              <a:gd name="connsiteY0" fmla="*/ 0 h 369332"/>
              <a:gd name="connsiteX1" fmla="*/ 440185 w 880369"/>
              <a:gd name="connsiteY1" fmla="*/ 0 h 369332"/>
              <a:gd name="connsiteX2" fmla="*/ 880369 w 880369"/>
              <a:gd name="connsiteY2" fmla="*/ 0 h 369332"/>
              <a:gd name="connsiteX3" fmla="*/ 880369 w 880369"/>
              <a:gd name="connsiteY3" fmla="*/ 369332 h 369332"/>
              <a:gd name="connsiteX4" fmla="*/ 466596 w 880369"/>
              <a:gd name="connsiteY4" fmla="*/ 369332 h 369332"/>
              <a:gd name="connsiteX5" fmla="*/ 0 w 880369"/>
              <a:gd name="connsiteY5" fmla="*/ 369332 h 369332"/>
              <a:gd name="connsiteX6" fmla="*/ 0 w 880369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369" h="369332" extrusionOk="0">
                <a:moveTo>
                  <a:pt x="0" y="0"/>
                </a:moveTo>
                <a:cubicBezTo>
                  <a:pt x="137690" y="-34391"/>
                  <a:pt x="313286" y="8261"/>
                  <a:pt x="440185" y="0"/>
                </a:cubicBezTo>
                <a:cubicBezTo>
                  <a:pt x="567084" y="-8261"/>
                  <a:pt x="785114" y="19968"/>
                  <a:pt x="880369" y="0"/>
                </a:cubicBezTo>
                <a:cubicBezTo>
                  <a:pt x="892371" y="103522"/>
                  <a:pt x="854135" y="205980"/>
                  <a:pt x="880369" y="369332"/>
                </a:cubicBezTo>
                <a:cubicBezTo>
                  <a:pt x="726937" y="400646"/>
                  <a:pt x="655275" y="329955"/>
                  <a:pt x="466596" y="369332"/>
                </a:cubicBezTo>
                <a:cubicBezTo>
                  <a:pt x="277917" y="408709"/>
                  <a:pt x="116275" y="341435"/>
                  <a:pt x="0" y="369332"/>
                </a:cubicBezTo>
                <a:cubicBezTo>
                  <a:pt x="-8145" y="184716"/>
                  <a:pt x="21404" y="142076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extLst>
              <a:ext uri="{C807C97D-BFC1-408E-A445-0C87EB9F89A2}">
                <ask:lineSketchStyleProps xmlns:ask="http://schemas.microsoft.com/office/drawing/2018/sketchyshapes" sd="267378348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40753B7-3ACF-284D-87B9-94D8382EC573}"/>
              </a:ext>
            </a:extLst>
          </p:cNvPr>
          <p:cNvSpPr txBox="1"/>
          <p:nvPr/>
        </p:nvSpPr>
        <p:spPr>
          <a:xfrm>
            <a:off x="14539050" y="2469459"/>
            <a:ext cx="880369" cy="369332"/>
          </a:xfrm>
          <a:custGeom>
            <a:avLst/>
            <a:gdLst>
              <a:gd name="connsiteX0" fmla="*/ 0 w 880369"/>
              <a:gd name="connsiteY0" fmla="*/ 0 h 369332"/>
              <a:gd name="connsiteX1" fmla="*/ 448988 w 880369"/>
              <a:gd name="connsiteY1" fmla="*/ 0 h 369332"/>
              <a:gd name="connsiteX2" fmla="*/ 880369 w 880369"/>
              <a:gd name="connsiteY2" fmla="*/ 0 h 369332"/>
              <a:gd name="connsiteX3" fmla="*/ 880369 w 880369"/>
              <a:gd name="connsiteY3" fmla="*/ 369332 h 369332"/>
              <a:gd name="connsiteX4" fmla="*/ 440185 w 880369"/>
              <a:gd name="connsiteY4" fmla="*/ 369332 h 369332"/>
              <a:gd name="connsiteX5" fmla="*/ 0 w 880369"/>
              <a:gd name="connsiteY5" fmla="*/ 369332 h 369332"/>
              <a:gd name="connsiteX6" fmla="*/ 0 w 880369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369" h="369332" extrusionOk="0">
                <a:moveTo>
                  <a:pt x="0" y="0"/>
                </a:moveTo>
                <a:cubicBezTo>
                  <a:pt x="162374" y="-30347"/>
                  <a:pt x="274772" y="20443"/>
                  <a:pt x="448988" y="0"/>
                </a:cubicBezTo>
                <a:cubicBezTo>
                  <a:pt x="623204" y="-20443"/>
                  <a:pt x="711983" y="20035"/>
                  <a:pt x="880369" y="0"/>
                </a:cubicBezTo>
                <a:cubicBezTo>
                  <a:pt x="882177" y="98583"/>
                  <a:pt x="873859" y="217442"/>
                  <a:pt x="880369" y="369332"/>
                </a:cubicBezTo>
                <a:cubicBezTo>
                  <a:pt x="683671" y="414989"/>
                  <a:pt x="641365" y="327175"/>
                  <a:pt x="440185" y="369332"/>
                </a:cubicBezTo>
                <a:cubicBezTo>
                  <a:pt x="239005" y="411489"/>
                  <a:pt x="144893" y="337704"/>
                  <a:pt x="0" y="369332"/>
                </a:cubicBezTo>
                <a:cubicBezTo>
                  <a:pt x="-7535" y="224212"/>
                  <a:pt x="22777" y="165863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extLst>
              <a:ext uri="{C807C97D-BFC1-408E-A445-0C87EB9F89A2}">
                <ask:lineSketchStyleProps xmlns:ask="http://schemas.microsoft.com/office/drawing/2018/sketchyshapes" sd="379212069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DE61D893-2CA5-C84E-9AA3-EA25CA490681}"/>
              </a:ext>
            </a:extLst>
          </p:cNvPr>
          <p:cNvSpPr txBox="1"/>
          <p:nvPr/>
        </p:nvSpPr>
        <p:spPr>
          <a:xfrm>
            <a:off x="15548798" y="2469466"/>
            <a:ext cx="1018227" cy="646331"/>
          </a:xfrm>
          <a:custGeom>
            <a:avLst/>
            <a:gdLst>
              <a:gd name="connsiteX0" fmla="*/ 0 w 1018227"/>
              <a:gd name="connsiteY0" fmla="*/ 0 h 646331"/>
              <a:gd name="connsiteX1" fmla="*/ 488749 w 1018227"/>
              <a:gd name="connsiteY1" fmla="*/ 0 h 646331"/>
              <a:gd name="connsiteX2" fmla="*/ 1018227 w 1018227"/>
              <a:gd name="connsiteY2" fmla="*/ 0 h 646331"/>
              <a:gd name="connsiteX3" fmla="*/ 1018227 w 1018227"/>
              <a:gd name="connsiteY3" fmla="*/ 323166 h 646331"/>
              <a:gd name="connsiteX4" fmla="*/ 1018227 w 1018227"/>
              <a:gd name="connsiteY4" fmla="*/ 646331 h 646331"/>
              <a:gd name="connsiteX5" fmla="*/ 539660 w 1018227"/>
              <a:gd name="connsiteY5" fmla="*/ 646331 h 646331"/>
              <a:gd name="connsiteX6" fmla="*/ 0 w 1018227"/>
              <a:gd name="connsiteY6" fmla="*/ 646331 h 646331"/>
              <a:gd name="connsiteX7" fmla="*/ 0 w 1018227"/>
              <a:gd name="connsiteY7" fmla="*/ 316702 h 646331"/>
              <a:gd name="connsiteX8" fmla="*/ 0 w 1018227"/>
              <a:gd name="connsiteY8" fmla="*/ 0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18227" h="646331" extrusionOk="0">
                <a:moveTo>
                  <a:pt x="0" y="0"/>
                </a:moveTo>
                <a:cubicBezTo>
                  <a:pt x="157758" y="-58504"/>
                  <a:pt x="259165" y="26897"/>
                  <a:pt x="488749" y="0"/>
                </a:cubicBezTo>
                <a:cubicBezTo>
                  <a:pt x="718333" y="-26897"/>
                  <a:pt x="799888" y="13445"/>
                  <a:pt x="1018227" y="0"/>
                </a:cubicBezTo>
                <a:cubicBezTo>
                  <a:pt x="1025419" y="120678"/>
                  <a:pt x="1011281" y="219245"/>
                  <a:pt x="1018227" y="323166"/>
                </a:cubicBezTo>
                <a:cubicBezTo>
                  <a:pt x="1025173" y="427087"/>
                  <a:pt x="985755" y="567400"/>
                  <a:pt x="1018227" y="646331"/>
                </a:cubicBezTo>
                <a:cubicBezTo>
                  <a:pt x="825432" y="665572"/>
                  <a:pt x="748673" y="607475"/>
                  <a:pt x="539660" y="646331"/>
                </a:cubicBezTo>
                <a:cubicBezTo>
                  <a:pt x="330647" y="685187"/>
                  <a:pt x="207087" y="628700"/>
                  <a:pt x="0" y="646331"/>
                </a:cubicBezTo>
                <a:cubicBezTo>
                  <a:pt x="-27763" y="525965"/>
                  <a:pt x="32544" y="478963"/>
                  <a:pt x="0" y="316702"/>
                </a:cubicBezTo>
                <a:cubicBezTo>
                  <a:pt x="-32544" y="154441"/>
                  <a:pt x="47" y="156520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extLst>
              <a:ext uri="{C807C97D-BFC1-408E-A445-0C87EB9F89A2}">
                <ask:lineSketchStyleProps xmlns:ask="http://schemas.microsoft.com/office/drawing/2018/sketchyshapes" sd="413513086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A0BF142F-8CA0-9640-B451-75DAAA6EEE82}"/>
              </a:ext>
            </a:extLst>
          </p:cNvPr>
          <p:cNvCxnSpPr>
            <a:cxnSpLocks/>
          </p:cNvCxnSpPr>
          <p:nvPr/>
        </p:nvCxnSpPr>
        <p:spPr>
          <a:xfrm>
            <a:off x="12158588" y="3268006"/>
            <a:ext cx="856589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198AEEF8-3F60-7A41-93BF-5B2BA2072B70}"/>
              </a:ext>
            </a:extLst>
          </p:cNvPr>
          <p:cNvSpPr txBox="1"/>
          <p:nvPr/>
        </p:nvSpPr>
        <p:spPr>
          <a:xfrm>
            <a:off x="12420881" y="2927549"/>
            <a:ext cx="480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baseline="-25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1602EEEE-F97D-9A4F-89EB-0C3D1AEA8213}"/>
              </a:ext>
            </a:extLst>
          </p:cNvPr>
          <p:cNvCxnSpPr/>
          <p:nvPr/>
        </p:nvCxnSpPr>
        <p:spPr>
          <a:xfrm flipH="1">
            <a:off x="14959590" y="4546545"/>
            <a:ext cx="1098327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D4BC60D6-77AC-754C-B2DB-4BF0D55695E7}"/>
              </a:ext>
            </a:extLst>
          </p:cNvPr>
          <p:cNvCxnSpPr/>
          <p:nvPr/>
        </p:nvCxnSpPr>
        <p:spPr>
          <a:xfrm flipH="1">
            <a:off x="13934822" y="4599098"/>
            <a:ext cx="2123088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4D82EA9A-9590-E241-B1D4-1CAB8B470318}"/>
              </a:ext>
            </a:extLst>
          </p:cNvPr>
          <p:cNvCxnSpPr/>
          <p:nvPr/>
        </p:nvCxnSpPr>
        <p:spPr>
          <a:xfrm flipH="1">
            <a:off x="13015170" y="4651651"/>
            <a:ext cx="3042740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602F26FE-A2EC-3841-AEB5-FD5DDA7A3B9F}"/>
              </a:ext>
            </a:extLst>
          </p:cNvPr>
          <p:cNvSpPr txBox="1"/>
          <p:nvPr/>
        </p:nvSpPr>
        <p:spPr>
          <a:xfrm>
            <a:off x="15149663" y="4215611"/>
            <a:ext cx="1499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creation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1F726C25-3B3D-DF4D-B986-ABE79E71376D}"/>
              </a:ext>
            </a:extLst>
          </p:cNvPr>
          <p:cNvSpPr txBox="1"/>
          <p:nvPr/>
        </p:nvSpPr>
        <p:spPr>
          <a:xfrm>
            <a:off x="14142392" y="4281661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F72824B-D63E-CA46-93B4-547BCB66198C}"/>
              </a:ext>
            </a:extLst>
          </p:cNvPr>
          <p:cNvSpPr txBox="1"/>
          <p:nvPr/>
        </p:nvSpPr>
        <p:spPr>
          <a:xfrm>
            <a:off x="13514190" y="543311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2857DDE3-BE39-7B4F-A6DC-3E69D7AA3ABB}"/>
              </a:ext>
            </a:extLst>
          </p:cNvPr>
          <p:cNvSpPr/>
          <p:nvPr/>
        </p:nvSpPr>
        <p:spPr>
          <a:xfrm>
            <a:off x="12300095" y="3020293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1</a:t>
            </a: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8BA6D88B-E961-E74E-B52A-64A6E9E67ACA}"/>
              </a:ext>
            </a:extLst>
          </p:cNvPr>
          <p:cNvSpPr/>
          <p:nvPr/>
        </p:nvSpPr>
        <p:spPr>
          <a:xfrm>
            <a:off x="15971204" y="4077823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25E1E94A-098C-2B44-99D7-E44739589C7E}"/>
              </a:ext>
            </a:extLst>
          </p:cNvPr>
          <p:cNvSpPr/>
          <p:nvPr/>
        </p:nvSpPr>
        <p:spPr>
          <a:xfrm>
            <a:off x="13845870" y="4335809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F3C7DFAD-E714-A048-B6AF-B8F766018D2A}"/>
              </a:ext>
            </a:extLst>
          </p:cNvPr>
          <p:cNvSpPr/>
          <p:nvPr/>
        </p:nvSpPr>
        <p:spPr>
          <a:xfrm>
            <a:off x="12921404" y="5315383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7</a:t>
            </a: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6F237C8A-14A0-DC46-999E-EE51A01B8E32}"/>
              </a:ext>
            </a:extLst>
          </p:cNvPr>
          <p:cNvSpPr/>
          <p:nvPr/>
        </p:nvSpPr>
        <p:spPr>
          <a:xfrm>
            <a:off x="14877946" y="4291439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FD551C31-79C8-9E40-A483-0E4227771233}"/>
              </a:ext>
            </a:extLst>
          </p:cNvPr>
          <p:cNvSpPr/>
          <p:nvPr/>
        </p:nvSpPr>
        <p:spPr>
          <a:xfrm>
            <a:off x="12921825" y="4372464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2874BA78-0E59-D04C-BF27-160CEE1556A2}"/>
              </a:ext>
            </a:extLst>
          </p:cNvPr>
          <p:cNvSpPr/>
          <p:nvPr/>
        </p:nvSpPr>
        <p:spPr>
          <a:xfrm>
            <a:off x="13838159" y="5328885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7</a:t>
            </a: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D856AE1D-72DB-9942-A8A6-6C36C6311C43}"/>
              </a:ext>
            </a:extLst>
          </p:cNvPr>
          <p:cNvSpPr/>
          <p:nvPr/>
        </p:nvSpPr>
        <p:spPr>
          <a:xfrm>
            <a:off x="14870234" y="5330812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7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A7285562-A1BF-484D-8397-A22487876716}"/>
              </a:ext>
            </a:extLst>
          </p:cNvPr>
          <p:cNvSpPr txBox="1"/>
          <p:nvPr/>
        </p:nvSpPr>
        <p:spPr>
          <a:xfrm>
            <a:off x="12786822" y="4890130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of transactions</a:t>
            </a: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261A3C79-6E10-654D-ACDA-9DFF784E09CC}"/>
              </a:ext>
            </a:extLst>
          </p:cNvPr>
          <p:cNvSpPr/>
          <p:nvPr/>
        </p:nvSpPr>
        <p:spPr>
          <a:xfrm>
            <a:off x="12928987" y="4782792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6</a:t>
            </a: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988511AE-5906-7641-884D-B9FF60C1D505}"/>
              </a:ext>
            </a:extLst>
          </p:cNvPr>
          <p:cNvSpPr/>
          <p:nvPr/>
        </p:nvSpPr>
        <p:spPr>
          <a:xfrm>
            <a:off x="13845316" y="4784721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6</a:t>
            </a: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538395B8-E758-5241-AD40-D8F2AF51FEAA}"/>
              </a:ext>
            </a:extLst>
          </p:cNvPr>
          <p:cNvSpPr/>
          <p:nvPr/>
        </p:nvSpPr>
        <p:spPr>
          <a:xfrm>
            <a:off x="14877390" y="4786648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6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630860B-AE0F-EB4D-87EE-51052CA1673C}"/>
              </a:ext>
            </a:extLst>
          </p:cNvPr>
          <p:cNvSpPr txBox="1"/>
          <p:nvPr/>
        </p:nvSpPr>
        <p:spPr>
          <a:xfrm>
            <a:off x="3437493" y="4887306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0F9EB338-5200-E040-A181-370C093C0D73}"/>
              </a:ext>
            </a:extLst>
          </p:cNvPr>
          <p:cNvSpPr/>
          <p:nvPr/>
        </p:nvSpPr>
        <p:spPr>
          <a:xfrm>
            <a:off x="2848740" y="4772458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B665B047-151B-BF4E-B457-871F9A1516C2}"/>
              </a:ext>
            </a:extLst>
          </p:cNvPr>
          <p:cNvSpPr/>
          <p:nvPr/>
        </p:nvSpPr>
        <p:spPr>
          <a:xfrm>
            <a:off x="3776646" y="4785960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E5A0E255-C788-3D47-8C4B-054568E299D3}"/>
              </a:ext>
            </a:extLst>
          </p:cNvPr>
          <p:cNvSpPr/>
          <p:nvPr/>
        </p:nvSpPr>
        <p:spPr>
          <a:xfrm>
            <a:off x="4808721" y="4787887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5</a:t>
            </a: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634A0A8F-2615-0F46-AC8E-D906D82A0C51}"/>
              </a:ext>
            </a:extLst>
          </p:cNvPr>
          <p:cNvCxnSpPr>
            <a:cxnSpLocks/>
          </p:cNvCxnSpPr>
          <p:nvPr/>
        </p:nvCxnSpPr>
        <p:spPr>
          <a:xfrm flipH="1">
            <a:off x="12157692" y="3606452"/>
            <a:ext cx="863888" cy="154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6FA658D5-AB3A-E443-A5F0-55B988EAC70E}"/>
              </a:ext>
            </a:extLst>
          </p:cNvPr>
          <p:cNvCxnSpPr>
            <a:cxnSpLocks/>
          </p:cNvCxnSpPr>
          <p:nvPr/>
        </p:nvCxnSpPr>
        <p:spPr>
          <a:xfrm>
            <a:off x="12166020" y="4022565"/>
            <a:ext cx="3888000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4" name="Oval 163">
            <a:extLst>
              <a:ext uri="{FF2B5EF4-FFF2-40B4-BE49-F238E27FC236}">
                <a16:creationId xmlns:a16="http://schemas.microsoft.com/office/drawing/2014/main" id="{182ADDEE-3A51-654A-BB0C-71157E303D43}"/>
              </a:ext>
            </a:extLst>
          </p:cNvPr>
          <p:cNvSpPr/>
          <p:nvPr/>
        </p:nvSpPr>
        <p:spPr>
          <a:xfrm>
            <a:off x="12811606" y="3318090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6CF332FB-EA6D-8C41-9984-10F048C54F84}"/>
              </a:ext>
            </a:extLst>
          </p:cNvPr>
          <p:cNvSpPr txBox="1"/>
          <p:nvPr/>
        </p:nvSpPr>
        <p:spPr>
          <a:xfrm>
            <a:off x="12981684" y="3089308"/>
            <a:ext cx="14093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 of</a:t>
            </a:r>
          </a:p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</a:t>
            </a: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3663F20F-C716-5B41-9B98-9685261A5DAC}"/>
              </a:ext>
            </a:extLst>
          </p:cNvPr>
          <p:cNvSpPr/>
          <p:nvPr/>
        </p:nvSpPr>
        <p:spPr>
          <a:xfrm>
            <a:off x="12187008" y="3769920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984D35AF-2B39-C942-ABF6-24F42E0B40A2}"/>
              </a:ext>
            </a:extLst>
          </p:cNvPr>
          <p:cNvSpPr txBox="1"/>
          <p:nvPr/>
        </p:nvSpPr>
        <p:spPr>
          <a:xfrm>
            <a:off x="12307571" y="3677509"/>
            <a:ext cx="4327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 [T</a:t>
            </a:r>
            <a:r>
              <a:rPr lang="en-US" baseline="-25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Read-Write Set, Endorsements]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DA1F221D-2BF0-FC41-91A0-ABC01DABAA76}"/>
              </a:ext>
            </a:extLst>
          </p:cNvPr>
          <p:cNvSpPr txBox="1"/>
          <p:nvPr/>
        </p:nvSpPr>
        <p:spPr>
          <a:xfrm>
            <a:off x="2717654" y="7083902"/>
            <a:ext cx="2687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Order-Execute-Commit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FE54BD20-3C8E-EE49-9D3D-7F62555FF58F}"/>
              </a:ext>
            </a:extLst>
          </p:cNvPr>
          <p:cNvSpPr txBox="1"/>
          <p:nvPr/>
        </p:nvSpPr>
        <p:spPr>
          <a:xfrm>
            <a:off x="7189236" y="7080097"/>
            <a:ext cx="3969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Execute-Order-In-Parallel &amp; Commit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6775BB61-38F2-C04B-882A-9ECA019AF9AD}"/>
              </a:ext>
            </a:extLst>
          </p:cNvPr>
          <p:cNvSpPr txBox="1"/>
          <p:nvPr/>
        </p:nvSpPr>
        <p:spPr>
          <a:xfrm>
            <a:off x="12620144" y="7067303"/>
            <a:ext cx="359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Simulate-Order-Validate-Commit</a:t>
            </a:r>
          </a:p>
        </p:txBody>
      </p: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9CA6106E-91F5-0E40-83D5-71948A5A5BCC}"/>
              </a:ext>
            </a:extLst>
          </p:cNvPr>
          <p:cNvCxnSpPr/>
          <p:nvPr/>
        </p:nvCxnSpPr>
        <p:spPr>
          <a:xfrm>
            <a:off x="6637268" y="2469459"/>
            <a:ext cx="0" cy="3492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F6FFA734-208D-0C4B-8446-EA4A366E965D}"/>
              </a:ext>
            </a:extLst>
          </p:cNvPr>
          <p:cNvCxnSpPr/>
          <p:nvPr/>
        </p:nvCxnSpPr>
        <p:spPr>
          <a:xfrm>
            <a:off x="11662740" y="2454594"/>
            <a:ext cx="0" cy="3492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EF05B65B-33A7-2146-8563-994B8F9568AA}"/>
              </a:ext>
            </a:extLst>
          </p:cNvPr>
          <p:cNvSpPr txBox="1"/>
          <p:nvPr/>
        </p:nvSpPr>
        <p:spPr>
          <a:xfrm>
            <a:off x="11790972" y="3258981"/>
            <a:ext cx="992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968AEDB5-D985-0F4B-BB76-A4B4CEC1532C}"/>
              </a:ext>
            </a:extLst>
          </p:cNvPr>
          <p:cNvSpPr/>
          <p:nvPr/>
        </p:nvSpPr>
        <p:spPr>
          <a:xfrm>
            <a:off x="2906137" y="5714421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1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8D269167-4FD1-5647-83F7-FDCEA9200451}"/>
              </a:ext>
            </a:extLst>
          </p:cNvPr>
          <p:cNvSpPr/>
          <p:nvPr/>
        </p:nvSpPr>
        <p:spPr>
          <a:xfrm>
            <a:off x="3198021" y="5711841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1A741079-5362-0044-B24F-47170281FAB4}"/>
              </a:ext>
            </a:extLst>
          </p:cNvPr>
          <p:cNvSpPr/>
          <p:nvPr/>
        </p:nvSpPr>
        <p:spPr>
          <a:xfrm>
            <a:off x="3474408" y="5709254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ABD67C90-259B-5547-9ED1-498539C36738}"/>
              </a:ext>
            </a:extLst>
          </p:cNvPr>
          <p:cNvSpPr/>
          <p:nvPr/>
        </p:nvSpPr>
        <p:spPr>
          <a:xfrm>
            <a:off x="3471827" y="5970140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1A43FBA5-CF1F-FE4E-9706-8BA31866216F}"/>
              </a:ext>
            </a:extLst>
          </p:cNvPr>
          <p:cNvSpPr/>
          <p:nvPr/>
        </p:nvSpPr>
        <p:spPr>
          <a:xfrm>
            <a:off x="3469244" y="6246526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552F4A-0CEB-AC41-BEA6-D9292E652D62}"/>
              </a:ext>
            </a:extLst>
          </p:cNvPr>
          <p:cNvSpPr txBox="1"/>
          <p:nvPr/>
        </p:nvSpPr>
        <p:spPr>
          <a:xfrm>
            <a:off x="3657597" y="5614514"/>
            <a:ext cx="1627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Ordering phase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3B2AF8E-5B43-594E-9A0E-2EF41802D326}"/>
              </a:ext>
            </a:extLst>
          </p:cNvPr>
          <p:cNvSpPr txBox="1"/>
          <p:nvPr/>
        </p:nvSpPr>
        <p:spPr>
          <a:xfrm>
            <a:off x="3655015" y="5890899"/>
            <a:ext cx="17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phase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6D9FA27D-A109-464B-A9F2-E47022CE7FB1}"/>
              </a:ext>
            </a:extLst>
          </p:cNvPr>
          <p:cNvSpPr txBox="1"/>
          <p:nvPr/>
        </p:nvSpPr>
        <p:spPr>
          <a:xfrm>
            <a:off x="3652434" y="6167283"/>
            <a:ext cx="15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 phase</a:t>
            </a:r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84826B20-7A46-714C-BA59-411128FDE734}"/>
              </a:ext>
            </a:extLst>
          </p:cNvPr>
          <p:cNvSpPr/>
          <p:nvPr/>
        </p:nvSpPr>
        <p:spPr>
          <a:xfrm>
            <a:off x="8265850" y="5807369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1</a:t>
            </a:r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0E472712-88EB-794C-A58F-3954F1845F5D}"/>
              </a:ext>
            </a:extLst>
          </p:cNvPr>
          <p:cNvSpPr/>
          <p:nvPr/>
        </p:nvSpPr>
        <p:spPr>
          <a:xfrm>
            <a:off x="8557734" y="5804789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E0F3E716-BB6A-664A-86EB-DE2BE0BE56E6}"/>
              </a:ext>
            </a:extLst>
          </p:cNvPr>
          <p:cNvSpPr/>
          <p:nvPr/>
        </p:nvSpPr>
        <p:spPr>
          <a:xfrm>
            <a:off x="8273604" y="6063088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6CD6131A-AA28-2843-9CFA-81BDC4E8B58C}"/>
              </a:ext>
            </a:extLst>
          </p:cNvPr>
          <p:cNvSpPr/>
          <p:nvPr/>
        </p:nvSpPr>
        <p:spPr>
          <a:xfrm>
            <a:off x="8549990" y="6339474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41A74B62-1FF7-8E42-AD62-BB9E11CB2371}"/>
              </a:ext>
            </a:extLst>
          </p:cNvPr>
          <p:cNvSpPr txBox="1"/>
          <p:nvPr/>
        </p:nvSpPr>
        <p:spPr>
          <a:xfrm>
            <a:off x="8753839" y="5722960"/>
            <a:ext cx="17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phase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6D36C95F-5574-6D44-8B69-7F80DB3B3815}"/>
              </a:ext>
            </a:extLst>
          </p:cNvPr>
          <p:cNvSpPr txBox="1"/>
          <p:nvPr/>
        </p:nvSpPr>
        <p:spPr>
          <a:xfrm>
            <a:off x="8735758" y="5983847"/>
            <a:ext cx="1601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Ordering phase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67145F2B-F5AF-E54E-8BF2-683C95D340E7}"/>
              </a:ext>
            </a:extLst>
          </p:cNvPr>
          <p:cNvSpPr txBox="1"/>
          <p:nvPr/>
        </p:nvSpPr>
        <p:spPr>
          <a:xfrm>
            <a:off x="8733180" y="6260231"/>
            <a:ext cx="15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 phase</a:t>
            </a: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E0EDCB8E-02CC-8D42-BF57-509D48D38D8C}"/>
              </a:ext>
            </a:extLst>
          </p:cNvPr>
          <p:cNvSpPr/>
          <p:nvPr/>
        </p:nvSpPr>
        <p:spPr>
          <a:xfrm>
            <a:off x="7999799" y="6068255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1</a:t>
            </a:r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404D2DE8-2804-9949-B45D-110A074D77B8}"/>
              </a:ext>
            </a:extLst>
          </p:cNvPr>
          <p:cNvSpPr/>
          <p:nvPr/>
        </p:nvSpPr>
        <p:spPr>
          <a:xfrm>
            <a:off x="8549988" y="6060508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39764B94-FEB7-234B-8B95-02E91C55E9A4}"/>
              </a:ext>
            </a:extLst>
          </p:cNvPr>
          <p:cNvSpPr/>
          <p:nvPr/>
        </p:nvSpPr>
        <p:spPr>
          <a:xfrm>
            <a:off x="13284414" y="5881289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1</a:t>
            </a: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115C516A-F7ED-EC41-9EEC-A32D73177AF4}"/>
              </a:ext>
            </a:extLst>
          </p:cNvPr>
          <p:cNvSpPr/>
          <p:nvPr/>
        </p:nvSpPr>
        <p:spPr>
          <a:xfrm>
            <a:off x="13576298" y="5878709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BF068616-EFA9-4F4A-87B9-A638524956B6}"/>
              </a:ext>
            </a:extLst>
          </p:cNvPr>
          <p:cNvSpPr/>
          <p:nvPr/>
        </p:nvSpPr>
        <p:spPr>
          <a:xfrm>
            <a:off x="13307666" y="6137008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088F20CE-73B8-2F45-B739-C2387282869A}"/>
              </a:ext>
            </a:extLst>
          </p:cNvPr>
          <p:cNvSpPr/>
          <p:nvPr/>
        </p:nvSpPr>
        <p:spPr>
          <a:xfrm>
            <a:off x="13584052" y="6382398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6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37844F76-01B3-484F-90DD-212108FCB817}"/>
              </a:ext>
            </a:extLst>
          </p:cNvPr>
          <p:cNvSpPr txBox="1"/>
          <p:nvPr/>
        </p:nvSpPr>
        <p:spPr>
          <a:xfrm>
            <a:off x="13772403" y="5796880"/>
            <a:ext cx="1781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phase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9CFDCD4E-CE73-D84E-8040-DD4ED3375848}"/>
              </a:ext>
            </a:extLst>
          </p:cNvPr>
          <p:cNvSpPr txBox="1"/>
          <p:nvPr/>
        </p:nvSpPr>
        <p:spPr>
          <a:xfrm>
            <a:off x="13754322" y="6057767"/>
            <a:ext cx="1601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Ordering phase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0D878A27-6BA3-6547-8469-2063E5F9B1FA}"/>
              </a:ext>
            </a:extLst>
          </p:cNvPr>
          <p:cNvSpPr txBox="1"/>
          <p:nvPr/>
        </p:nvSpPr>
        <p:spPr>
          <a:xfrm>
            <a:off x="13751744" y="6334151"/>
            <a:ext cx="1717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phase</a:t>
            </a: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706FC3F4-DDB9-BF4E-B32E-7D0BF06427BE}"/>
              </a:ext>
            </a:extLst>
          </p:cNvPr>
          <p:cNvSpPr/>
          <p:nvPr/>
        </p:nvSpPr>
        <p:spPr>
          <a:xfrm>
            <a:off x="13033861" y="6142175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387665EA-71FD-664D-9FB1-7C26A955C9D2}"/>
              </a:ext>
            </a:extLst>
          </p:cNvPr>
          <p:cNvSpPr/>
          <p:nvPr/>
        </p:nvSpPr>
        <p:spPr>
          <a:xfrm>
            <a:off x="13584050" y="6134428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33CA6A6A-B1E0-F64A-893E-847D71F1EF02}"/>
              </a:ext>
            </a:extLst>
          </p:cNvPr>
          <p:cNvSpPr/>
          <p:nvPr/>
        </p:nvSpPr>
        <p:spPr>
          <a:xfrm>
            <a:off x="13581471" y="6658782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7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05D79585-548C-AB4A-8DC8-844D3C1EDD71}"/>
              </a:ext>
            </a:extLst>
          </p:cNvPr>
          <p:cNvSpPr txBox="1"/>
          <p:nvPr/>
        </p:nvSpPr>
        <p:spPr>
          <a:xfrm>
            <a:off x="13749163" y="6595037"/>
            <a:ext cx="15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 phase</a:t>
            </a:r>
          </a:p>
        </p:txBody>
      </p:sp>
    </p:spTree>
    <p:extLst>
      <p:ext uri="{BB962C8B-B14F-4D97-AF65-F5344CB8AC3E}">
        <p14:creationId xmlns:p14="http://schemas.microsoft.com/office/powerpoint/2010/main" val="2183149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217</TotalTime>
  <Words>155</Words>
  <Application>Microsoft Macintosh PowerPoint</Application>
  <PresentationFormat>Custom</PresentationFormat>
  <Paragraphs>101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Courier New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Senthilnathan Natarajan</dc:creator>
  <cp:lastModifiedBy>Senthilnathan Natarajan</cp:lastModifiedBy>
  <cp:revision>18</cp:revision>
  <dcterms:created xsi:type="dcterms:W3CDTF">2020-12-15T06:55:35Z</dcterms:created>
  <dcterms:modified xsi:type="dcterms:W3CDTF">2021-01-05T07:58:02Z</dcterms:modified>
</cp:coreProperties>
</file>