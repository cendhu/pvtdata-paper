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94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E47A4-F659-FC49-AC8C-B23388B3D0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69777C-E28E-1842-A29F-BDF8B11853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56F9E-23BC-4A4C-8300-C9B75BCDD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3CB68-1FA9-1C48-B219-640EF44B47DA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34005-1959-814F-A06C-53D2A9B38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4B953-6B19-5C41-818E-BA8FE1260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30C46-ED12-3E4B-8D69-43229E4FE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976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D183F-3BBC-9C45-8648-76C24953F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BA07B-6E3F-1A40-A72D-471D240DF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EE45D-0671-C04D-A9AD-36EA72D6B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3CB68-1FA9-1C48-B219-640EF44B47DA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BF138-C70F-0443-B5C1-7D3772F8F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02759-55B2-2B4C-9108-1C18BEA30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30C46-ED12-3E4B-8D69-43229E4FE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386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D9375-05D5-9948-AFD2-680AF7B13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CFF1F-08BC-A144-91D3-FEC6E8C56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5E8E1-DFCF-3D48-AAEA-1AC18DA0B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3CB68-1FA9-1C48-B219-640EF44B47DA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1156E-CEDE-F04A-91DC-D39060835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C8A4D-B44D-8046-9BB0-BF79055C4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30C46-ED12-3E4B-8D69-43229E4FE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614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29FD4-F910-DB49-AD89-7C2E88B94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30F56-482B-0A46-A802-AD96BCBBDF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0E0D1-F250-EA43-A388-7F6F7DFDB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B568F-7A50-594D-BC04-48BDF24A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3CB68-1FA9-1C48-B219-640EF44B47DA}" type="datetimeFigureOut">
              <a:rPr lang="en-US" smtClean="0"/>
              <a:t>12/2/19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30100-37BE-BD49-9B60-52FCCF01A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B3FBD2-5613-394A-823B-5A7AEAC0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30C46-ED12-3E4B-8D69-43229E4FE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382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6BB6D-8B62-A14D-A5B0-9BD3A7EE2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6462F-1DAB-9F43-9F6B-6496DC451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55D758-7670-EA43-919D-0DAAEC331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F9D5F7-45DA-D244-BA27-863BB8F447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E8D561-1F3B-0440-A584-6661B1E466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D55FC6-E67F-3B4B-96BB-35ACB0EFA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3CB68-1FA9-1C48-B219-640EF44B47DA}" type="datetimeFigureOut">
              <a:rPr lang="en-US" smtClean="0"/>
              <a:t>12/2/19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ABB7E1-E92E-BC4D-8DD9-7C380881D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47F43E-0D13-4E46-BABD-9A0212417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30C46-ED12-3E4B-8D69-43229E4FE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62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85AC3-E785-7A4F-B564-055AC6CC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9F4995-1A3B-4F49-8651-05FC86D53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3CB68-1FA9-1C48-B219-640EF44B47DA}" type="datetimeFigureOut">
              <a:rPr lang="en-US" smtClean="0"/>
              <a:t>12/2/19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7F65C7-0603-F441-A87F-D78789A45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ED512-5011-234E-89AA-3E3980DB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30C46-ED12-3E4B-8D69-43229E4FE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625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D169C7-3A70-6B4A-82B6-CC4554BC5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3CB68-1FA9-1C48-B219-640EF44B47DA}" type="datetimeFigureOut">
              <a:rPr lang="en-US" smtClean="0"/>
              <a:t>12/2/19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EEF0C2-12D4-7845-B477-1D69A363F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BE0B8-33AB-CE4D-8A41-455C8F0FC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30C46-ED12-3E4B-8D69-43229E4FE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91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11E39-4C13-3543-A93D-A4D665602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87F59-B587-3D48-A9D5-5F662A6CE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B772EB-DFFF-0D4D-91F0-25E5A75EC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1538F8-846E-F849-B107-F6F31AF2A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3CB68-1FA9-1C48-B219-640EF44B47DA}" type="datetimeFigureOut">
              <a:rPr lang="en-US" smtClean="0"/>
              <a:t>12/2/19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4506E3-5771-2B4E-8CDA-6E55ACEB1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607BCE-EC98-1245-B1A7-310B9F26D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30C46-ED12-3E4B-8D69-43229E4FE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32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D38DD-A021-D349-9A34-D267B030E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F2328C-1E8D-4E4F-8E00-C2211F254B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2F00B9-B792-E84B-B814-20F9C2E3C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E533F-EB27-7E43-91F7-21FC9360D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3CB68-1FA9-1C48-B219-640EF44B47DA}" type="datetimeFigureOut">
              <a:rPr lang="en-US" smtClean="0"/>
              <a:t>12/2/19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D8D20-91C7-6B46-900C-7072939F3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3AFB6D-7506-D24D-A9FB-2EA392098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30C46-ED12-3E4B-8D69-43229E4FE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297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0CB25-D0CA-B64C-9A65-BF246D27D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F134C0-3DA1-5643-8878-FA0380A32D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5CC6A-83DC-4A47-BB34-B5FC0AB99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3CB68-1FA9-1C48-B219-640EF44B47DA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D1A0-C308-C644-BB41-482F77F52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5249B-D6E8-664B-8B98-0CAD33B7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30C46-ED12-3E4B-8D69-43229E4FE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164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331790-6B85-844F-9DD3-D9E41FE515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294A6F-24CA-D24E-A197-83A868588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79A9E-A846-6640-BAB9-5F9D53A5D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3CB68-1FA9-1C48-B219-640EF44B47DA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B87E5-DEDC-1348-9912-73DF44752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4D05E-4E15-B944-A9B7-381C178C2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30C46-ED12-3E4B-8D69-43229E4FE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838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62CA97-4D65-5547-86EC-E6C7A9B53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C82EE-4FDD-4148-921D-F7F005FD8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043B9-D4EB-7043-87EA-70DA5EFCB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63CB68-1FA9-1C48-B219-640EF44B47DA}" type="datetimeFigureOut">
              <a:rPr lang="en-US" smtClean="0"/>
              <a:t>12/2/19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002EC-81F8-E84A-986F-B37CDE1728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5441C-33A1-9845-AF1E-84F6F8B8A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A30C46-ED12-3E4B-8D69-43229E4FE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544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8D2BD28-0291-8744-9F1B-BD653BB37AE3}"/>
              </a:ext>
            </a:extLst>
          </p:cNvPr>
          <p:cNvSpPr/>
          <p:nvPr/>
        </p:nvSpPr>
        <p:spPr>
          <a:xfrm>
            <a:off x="6489072" y="707017"/>
            <a:ext cx="926364" cy="2942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Centaur" panose="02030504050205020304" pitchFamily="18" charset="77"/>
              </a:rPr>
              <a:t>Regulator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8AE5EB-CB40-1742-AEF3-25E696C3E821}"/>
              </a:ext>
            </a:extLst>
          </p:cNvPr>
          <p:cNvSpPr/>
          <p:nvPr/>
        </p:nvSpPr>
        <p:spPr>
          <a:xfrm>
            <a:off x="5231185" y="689077"/>
            <a:ext cx="1047218" cy="29429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Centaur" panose="02030504050205020304" pitchFamily="18" charset="77"/>
              </a:rPr>
              <a:t>Hospital C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D9CF72-D3ED-D543-8FAB-AEF7FB6871D0}"/>
              </a:ext>
            </a:extLst>
          </p:cNvPr>
          <p:cNvSpPr/>
          <p:nvPr/>
        </p:nvSpPr>
        <p:spPr>
          <a:xfrm>
            <a:off x="3978790" y="693643"/>
            <a:ext cx="1063759" cy="296917"/>
          </a:xfrm>
          <a:prstGeom prst="rect">
            <a:avLst/>
          </a:prstGeom>
          <a:solidFill>
            <a:srgbClr val="FF9300"/>
          </a:solidFill>
          <a:ln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Centaur" panose="02030504050205020304" pitchFamily="18" charset="77"/>
              </a:rPr>
              <a:t>Hospital B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C9981E-8FB2-7E46-9B9B-FB16C9644A38}"/>
              </a:ext>
            </a:extLst>
          </p:cNvPr>
          <p:cNvSpPr/>
          <p:nvPr/>
        </p:nvSpPr>
        <p:spPr>
          <a:xfrm>
            <a:off x="2714871" y="696270"/>
            <a:ext cx="1075283" cy="294290"/>
          </a:xfrm>
          <a:prstGeom prst="rect">
            <a:avLst/>
          </a:prstGeom>
          <a:solidFill>
            <a:srgbClr val="941651"/>
          </a:solidFill>
          <a:ln>
            <a:solidFill>
              <a:srgbClr val="9416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Centaur" panose="02030504050205020304" pitchFamily="18" charset="77"/>
              </a:rPr>
              <a:t>Hospital 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943655B-4232-804F-9885-277159E9D5A0}"/>
              </a:ext>
            </a:extLst>
          </p:cNvPr>
          <p:cNvSpPr/>
          <p:nvPr/>
        </p:nvSpPr>
        <p:spPr>
          <a:xfrm>
            <a:off x="2714871" y="2203684"/>
            <a:ext cx="5837598" cy="2427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Centaur" panose="02030504050205020304" pitchFamily="18" charset="77"/>
                <a:cs typeface="Times New Roman" panose="02020603050405020304" pitchFamily="18" charset="0"/>
              </a:rPr>
              <a:t>Patient ID, Hash of the private data (EMR, Invoice)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49AF03-9EE4-D445-B710-2C964D8B0279}"/>
              </a:ext>
            </a:extLst>
          </p:cNvPr>
          <p:cNvSpPr txBox="1"/>
          <p:nvPr/>
        </p:nvSpPr>
        <p:spPr>
          <a:xfrm>
            <a:off x="7111278" y="2486680"/>
            <a:ext cx="15329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entaur" panose="02030504050205020304" pitchFamily="18" charset="77"/>
                <a:cs typeface="Times New Roman" panose="02020603050405020304" pitchFamily="18" charset="0"/>
              </a:rPr>
              <a:t>Replicated Ledger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1EFA31-1009-414D-B648-DD6AA8BC6E1B}"/>
              </a:ext>
            </a:extLst>
          </p:cNvPr>
          <p:cNvSpPr/>
          <p:nvPr/>
        </p:nvSpPr>
        <p:spPr>
          <a:xfrm>
            <a:off x="7626105" y="707017"/>
            <a:ext cx="926364" cy="29429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Centaur" panose="02030504050205020304" pitchFamily="18" charset="77"/>
              </a:rPr>
              <a:t>Insurance</a:t>
            </a:r>
          </a:p>
        </p:txBody>
      </p:sp>
      <p:sp>
        <p:nvSpPr>
          <p:cNvPr id="30" name="Cube 29">
            <a:extLst>
              <a:ext uri="{FF2B5EF4-FFF2-40B4-BE49-F238E27FC236}">
                <a16:creationId xmlns:a16="http://schemas.microsoft.com/office/drawing/2014/main" id="{0728F09B-63DA-2941-9770-570A8C34B74A}"/>
              </a:ext>
            </a:extLst>
          </p:cNvPr>
          <p:cNvSpPr/>
          <p:nvPr/>
        </p:nvSpPr>
        <p:spPr>
          <a:xfrm>
            <a:off x="3926914" y="3082858"/>
            <a:ext cx="546652" cy="278295"/>
          </a:xfrm>
          <a:prstGeom prst="cub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ube 30">
            <a:extLst>
              <a:ext uri="{FF2B5EF4-FFF2-40B4-BE49-F238E27FC236}">
                <a16:creationId xmlns:a16="http://schemas.microsoft.com/office/drawing/2014/main" id="{6C5C9EAF-53D0-E54F-8D71-1516AAF12597}"/>
              </a:ext>
            </a:extLst>
          </p:cNvPr>
          <p:cNvSpPr/>
          <p:nvPr/>
        </p:nvSpPr>
        <p:spPr>
          <a:xfrm>
            <a:off x="5519096" y="3082859"/>
            <a:ext cx="546652" cy="278295"/>
          </a:xfrm>
          <a:prstGeom prst="cub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ube 31">
            <a:extLst>
              <a:ext uri="{FF2B5EF4-FFF2-40B4-BE49-F238E27FC236}">
                <a16:creationId xmlns:a16="http://schemas.microsoft.com/office/drawing/2014/main" id="{71A1B11F-AA59-9944-A0DC-8FBB8322E9F0}"/>
              </a:ext>
            </a:extLst>
          </p:cNvPr>
          <p:cNvSpPr/>
          <p:nvPr/>
        </p:nvSpPr>
        <p:spPr>
          <a:xfrm>
            <a:off x="7111278" y="3082859"/>
            <a:ext cx="546652" cy="278295"/>
          </a:xfrm>
          <a:prstGeom prst="cub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12A63E-5BFF-374F-A77E-C642A158AF8D}"/>
              </a:ext>
            </a:extLst>
          </p:cNvPr>
          <p:cNvSpPr txBox="1"/>
          <p:nvPr/>
        </p:nvSpPr>
        <p:spPr>
          <a:xfrm>
            <a:off x="3563848" y="2800386"/>
            <a:ext cx="12727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entaur" panose="02030504050205020304" pitchFamily="18" charset="77"/>
              </a:rPr>
              <a:t>Patient’s wallet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E4CCAE-7648-424A-8DC7-232ADE8DBAB5}"/>
              </a:ext>
            </a:extLst>
          </p:cNvPr>
          <p:cNvSpPr txBox="1"/>
          <p:nvPr/>
        </p:nvSpPr>
        <p:spPr>
          <a:xfrm>
            <a:off x="5174253" y="2800386"/>
            <a:ext cx="12727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entaur" panose="02030504050205020304" pitchFamily="18" charset="77"/>
              </a:rPr>
              <a:t>Patient’s wallet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2BF205-AACE-B442-9EE5-BC54314090C2}"/>
              </a:ext>
            </a:extLst>
          </p:cNvPr>
          <p:cNvSpPr txBox="1"/>
          <p:nvPr/>
        </p:nvSpPr>
        <p:spPr>
          <a:xfrm>
            <a:off x="6748180" y="2800386"/>
            <a:ext cx="12727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Centaur" panose="02030504050205020304" pitchFamily="18" charset="77"/>
              </a:rPr>
              <a:t>Patient’s wallet</a:t>
            </a: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E5FCD0E1-4533-3E4D-BEFE-1AED1C7E173D}"/>
              </a:ext>
            </a:extLst>
          </p:cNvPr>
          <p:cNvCxnSpPr>
            <a:cxnSpLocks/>
            <a:stCxn id="30" idx="2"/>
          </p:cNvCxnSpPr>
          <p:nvPr/>
        </p:nvCxnSpPr>
        <p:spPr>
          <a:xfrm rot="10800000">
            <a:off x="3521900" y="2412188"/>
            <a:ext cx="405014" cy="844605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73F76D97-FEE5-D84F-A9F8-4AFC9296B79F}"/>
              </a:ext>
            </a:extLst>
          </p:cNvPr>
          <p:cNvCxnSpPr>
            <a:cxnSpLocks/>
            <a:stCxn id="31" idx="2"/>
          </p:cNvCxnSpPr>
          <p:nvPr/>
        </p:nvCxnSpPr>
        <p:spPr>
          <a:xfrm rot="10800000">
            <a:off x="5103420" y="2412187"/>
            <a:ext cx="415676" cy="844606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1FE0C717-F11A-244F-B5A5-9AD188C80E35}"/>
              </a:ext>
            </a:extLst>
          </p:cNvPr>
          <p:cNvCxnSpPr>
            <a:cxnSpLocks/>
            <a:stCxn id="32" idx="2"/>
          </p:cNvCxnSpPr>
          <p:nvPr/>
        </p:nvCxnSpPr>
        <p:spPr>
          <a:xfrm rot="10800000">
            <a:off x="6630248" y="2424613"/>
            <a:ext cx="481030" cy="832181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ADAA736-5DB1-D643-B9F6-755414DEFA4F}"/>
              </a:ext>
            </a:extLst>
          </p:cNvPr>
          <p:cNvSpPr txBox="1"/>
          <p:nvPr/>
        </p:nvSpPr>
        <p:spPr>
          <a:xfrm>
            <a:off x="2941797" y="2506872"/>
            <a:ext cx="12589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entaur" panose="02030504050205020304" pitchFamily="18" charset="77"/>
              </a:rPr>
              <a:t>Access control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51DBEE-6B8B-5F46-B2BD-1F400D3CBF89}"/>
              </a:ext>
            </a:extLst>
          </p:cNvPr>
          <p:cNvSpPr txBox="1"/>
          <p:nvPr/>
        </p:nvSpPr>
        <p:spPr>
          <a:xfrm>
            <a:off x="6025545" y="2506872"/>
            <a:ext cx="12589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entaur" panose="02030504050205020304" pitchFamily="18" charset="77"/>
              </a:rPr>
              <a:t>Access control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BABDC4-ED54-D347-B80B-035A21E30246}"/>
              </a:ext>
            </a:extLst>
          </p:cNvPr>
          <p:cNvSpPr txBox="1"/>
          <p:nvPr/>
        </p:nvSpPr>
        <p:spPr>
          <a:xfrm>
            <a:off x="4509263" y="2500883"/>
            <a:ext cx="12589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entaur" panose="02030504050205020304" pitchFamily="18" charset="77"/>
              </a:rPr>
              <a:t>Access control</a:t>
            </a:r>
          </a:p>
        </p:txBody>
      </p:sp>
      <p:cxnSp>
        <p:nvCxnSpPr>
          <p:cNvPr id="49" name="Curved Connector 48">
            <a:extLst>
              <a:ext uri="{FF2B5EF4-FFF2-40B4-BE49-F238E27FC236}">
                <a16:creationId xmlns:a16="http://schemas.microsoft.com/office/drawing/2014/main" id="{AC022228-26F8-AF40-B075-A9E52E4253F7}"/>
              </a:ext>
            </a:extLst>
          </p:cNvPr>
          <p:cNvCxnSpPr>
            <a:cxnSpLocks/>
            <a:stCxn id="30" idx="5"/>
            <a:endCxn id="3" idx="3"/>
          </p:cNvCxnSpPr>
          <p:nvPr/>
        </p:nvCxnSpPr>
        <p:spPr>
          <a:xfrm flipH="1" flipV="1">
            <a:off x="3252512" y="2015652"/>
            <a:ext cx="1221054" cy="1171567"/>
          </a:xfrm>
          <a:prstGeom prst="curvedConnector4">
            <a:avLst>
              <a:gd name="adj1" fmla="val -18722"/>
              <a:gd name="adj2" fmla="val 54454"/>
            </a:avLst>
          </a:prstGeom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Curved Connector 51">
            <a:extLst>
              <a:ext uri="{FF2B5EF4-FFF2-40B4-BE49-F238E27FC236}">
                <a16:creationId xmlns:a16="http://schemas.microsoft.com/office/drawing/2014/main" id="{09B363FE-DBB4-F544-92CF-715D80D0D389}"/>
              </a:ext>
            </a:extLst>
          </p:cNvPr>
          <p:cNvCxnSpPr>
            <a:cxnSpLocks/>
            <a:stCxn id="30" idx="5"/>
            <a:endCxn id="43" idx="3"/>
          </p:cNvCxnSpPr>
          <p:nvPr/>
        </p:nvCxnSpPr>
        <p:spPr>
          <a:xfrm flipV="1">
            <a:off x="4473566" y="1998917"/>
            <a:ext cx="19778" cy="1188302"/>
          </a:xfrm>
          <a:prstGeom prst="curvedConnector2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Curved Connector 54">
            <a:extLst>
              <a:ext uri="{FF2B5EF4-FFF2-40B4-BE49-F238E27FC236}">
                <a16:creationId xmlns:a16="http://schemas.microsoft.com/office/drawing/2014/main" id="{E123FC0F-2387-4A4B-A180-9AB56BB57812}"/>
              </a:ext>
            </a:extLst>
          </p:cNvPr>
          <p:cNvCxnSpPr>
            <a:cxnSpLocks/>
            <a:stCxn id="30" idx="5"/>
            <a:endCxn id="48" idx="3"/>
          </p:cNvCxnSpPr>
          <p:nvPr/>
        </p:nvCxnSpPr>
        <p:spPr>
          <a:xfrm flipV="1">
            <a:off x="4473566" y="2013624"/>
            <a:ext cx="1285190" cy="1173595"/>
          </a:xfrm>
          <a:prstGeom prst="curvedConnector2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Curved Connector 57">
            <a:extLst>
              <a:ext uri="{FF2B5EF4-FFF2-40B4-BE49-F238E27FC236}">
                <a16:creationId xmlns:a16="http://schemas.microsoft.com/office/drawing/2014/main" id="{CC1D386C-AC96-844A-8074-4266AE3EAB76}"/>
              </a:ext>
            </a:extLst>
          </p:cNvPr>
          <p:cNvCxnSpPr>
            <a:cxnSpLocks/>
            <a:stCxn id="31" idx="5"/>
            <a:endCxn id="3" idx="3"/>
          </p:cNvCxnSpPr>
          <p:nvPr/>
        </p:nvCxnSpPr>
        <p:spPr>
          <a:xfrm flipH="1" flipV="1">
            <a:off x="3252512" y="2015652"/>
            <a:ext cx="2813236" cy="1171568"/>
          </a:xfrm>
          <a:prstGeom prst="curvedConnector4">
            <a:avLst>
              <a:gd name="adj1" fmla="val -8126"/>
              <a:gd name="adj2" fmla="val 54454"/>
            </a:avLst>
          </a:prstGeom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Curved Connector 60">
            <a:extLst>
              <a:ext uri="{FF2B5EF4-FFF2-40B4-BE49-F238E27FC236}">
                <a16:creationId xmlns:a16="http://schemas.microsoft.com/office/drawing/2014/main" id="{9937EA41-3B14-F643-8593-80E557645E24}"/>
              </a:ext>
            </a:extLst>
          </p:cNvPr>
          <p:cNvCxnSpPr>
            <a:cxnSpLocks/>
            <a:stCxn id="31" idx="5"/>
            <a:endCxn id="43" idx="3"/>
          </p:cNvCxnSpPr>
          <p:nvPr/>
        </p:nvCxnSpPr>
        <p:spPr>
          <a:xfrm flipH="1" flipV="1">
            <a:off x="4493344" y="1998917"/>
            <a:ext cx="1572404" cy="1188303"/>
          </a:xfrm>
          <a:prstGeom prst="curvedConnector4">
            <a:avLst>
              <a:gd name="adj1" fmla="val -14538"/>
              <a:gd name="adj2" fmla="val 54391"/>
            </a:avLst>
          </a:prstGeom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Curved Connector 62">
            <a:extLst>
              <a:ext uri="{FF2B5EF4-FFF2-40B4-BE49-F238E27FC236}">
                <a16:creationId xmlns:a16="http://schemas.microsoft.com/office/drawing/2014/main" id="{F188D67E-53BC-2941-8F56-99340879BBA9}"/>
              </a:ext>
            </a:extLst>
          </p:cNvPr>
          <p:cNvCxnSpPr>
            <a:cxnSpLocks/>
            <a:stCxn id="31" idx="5"/>
            <a:endCxn id="48" idx="3"/>
          </p:cNvCxnSpPr>
          <p:nvPr/>
        </p:nvCxnSpPr>
        <p:spPr>
          <a:xfrm flipH="1" flipV="1">
            <a:off x="5758756" y="2013624"/>
            <a:ext cx="306992" cy="1173596"/>
          </a:xfrm>
          <a:prstGeom prst="curvedConnector4">
            <a:avLst>
              <a:gd name="adj1" fmla="val -74464"/>
              <a:gd name="adj2" fmla="val 54446"/>
            </a:avLst>
          </a:prstGeom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Curved Connector 66">
            <a:extLst>
              <a:ext uri="{FF2B5EF4-FFF2-40B4-BE49-F238E27FC236}">
                <a16:creationId xmlns:a16="http://schemas.microsoft.com/office/drawing/2014/main" id="{A2D0E22D-8771-4745-89C7-1EA00A912B8E}"/>
              </a:ext>
            </a:extLst>
          </p:cNvPr>
          <p:cNvCxnSpPr>
            <a:cxnSpLocks/>
            <a:stCxn id="32" idx="5"/>
            <a:endCxn id="48" idx="3"/>
          </p:cNvCxnSpPr>
          <p:nvPr/>
        </p:nvCxnSpPr>
        <p:spPr>
          <a:xfrm flipH="1" flipV="1">
            <a:off x="5758756" y="2013624"/>
            <a:ext cx="1899174" cy="1173596"/>
          </a:xfrm>
          <a:prstGeom prst="curvedConnector4">
            <a:avLst>
              <a:gd name="adj1" fmla="val -12037"/>
              <a:gd name="adj2" fmla="val 54446"/>
            </a:avLst>
          </a:prstGeom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9" name="Curved Connector 68">
            <a:extLst>
              <a:ext uri="{FF2B5EF4-FFF2-40B4-BE49-F238E27FC236}">
                <a16:creationId xmlns:a16="http://schemas.microsoft.com/office/drawing/2014/main" id="{FFB1DE12-2820-F64C-B4E9-6C0FBEF9C5CB}"/>
              </a:ext>
            </a:extLst>
          </p:cNvPr>
          <p:cNvCxnSpPr>
            <a:cxnSpLocks/>
            <a:stCxn id="32" idx="5"/>
            <a:endCxn id="43" idx="3"/>
          </p:cNvCxnSpPr>
          <p:nvPr/>
        </p:nvCxnSpPr>
        <p:spPr>
          <a:xfrm flipH="1" flipV="1">
            <a:off x="4493344" y="1998917"/>
            <a:ext cx="3164586" cy="1188303"/>
          </a:xfrm>
          <a:prstGeom prst="curvedConnector4">
            <a:avLst>
              <a:gd name="adj1" fmla="val -7224"/>
              <a:gd name="adj2" fmla="val 54391"/>
            </a:avLst>
          </a:prstGeom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Curved Connector 70">
            <a:extLst>
              <a:ext uri="{FF2B5EF4-FFF2-40B4-BE49-F238E27FC236}">
                <a16:creationId xmlns:a16="http://schemas.microsoft.com/office/drawing/2014/main" id="{31A1EDFD-0CB4-5542-8193-68B864C48F5E}"/>
              </a:ext>
            </a:extLst>
          </p:cNvPr>
          <p:cNvCxnSpPr>
            <a:cxnSpLocks/>
            <a:stCxn id="32" idx="5"/>
            <a:endCxn id="3" idx="3"/>
          </p:cNvCxnSpPr>
          <p:nvPr/>
        </p:nvCxnSpPr>
        <p:spPr>
          <a:xfrm flipH="1" flipV="1">
            <a:off x="3252512" y="2015652"/>
            <a:ext cx="4405418" cy="1171568"/>
          </a:xfrm>
          <a:prstGeom prst="curvedConnector4">
            <a:avLst>
              <a:gd name="adj1" fmla="val -5189"/>
              <a:gd name="adj2" fmla="val 54454"/>
            </a:avLst>
          </a:prstGeom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3BB6755-4BFD-2441-8F63-EE677D196C6D}"/>
              </a:ext>
            </a:extLst>
          </p:cNvPr>
          <p:cNvSpPr txBox="1"/>
          <p:nvPr/>
        </p:nvSpPr>
        <p:spPr>
          <a:xfrm>
            <a:off x="5816635" y="1939283"/>
            <a:ext cx="2592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entaur" panose="02030504050205020304" pitchFamily="18" charset="77"/>
              </a:rPr>
              <a:t>private data owned by each actor</a:t>
            </a:r>
          </a:p>
        </p:txBody>
      </p:sp>
      <p:sp>
        <p:nvSpPr>
          <p:cNvPr id="3" name="Can 2">
            <a:extLst>
              <a:ext uri="{FF2B5EF4-FFF2-40B4-BE49-F238E27FC236}">
                <a16:creationId xmlns:a16="http://schemas.microsoft.com/office/drawing/2014/main" id="{9F109998-2BBB-9643-9F7B-C55C613F3D45}"/>
              </a:ext>
            </a:extLst>
          </p:cNvPr>
          <p:cNvSpPr/>
          <p:nvPr/>
        </p:nvSpPr>
        <p:spPr>
          <a:xfrm>
            <a:off x="2737628" y="997116"/>
            <a:ext cx="1029767" cy="1018536"/>
          </a:xfrm>
          <a:prstGeom prst="can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entaur" panose="02030504050205020304" pitchFamily="18" charset="77"/>
              </a:rPr>
              <a:t>EMR of registered patients, invoice</a:t>
            </a:r>
          </a:p>
        </p:txBody>
      </p:sp>
      <p:sp>
        <p:nvSpPr>
          <p:cNvPr id="43" name="Can 42">
            <a:extLst>
              <a:ext uri="{FF2B5EF4-FFF2-40B4-BE49-F238E27FC236}">
                <a16:creationId xmlns:a16="http://schemas.microsoft.com/office/drawing/2014/main" id="{99287F1F-B0C9-DA4E-97A3-0C2962D830A3}"/>
              </a:ext>
            </a:extLst>
          </p:cNvPr>
          <p:cNvSpPr/>
          <p:nvPr/>
        </p:nvSpPr>
        <p:spPr>
          <a:xfrm>
            <a:off x="3978460" y="980381"/>
            <a:ext cx="1029767" cy="1018536"/>
          </a:xfrm>
          <a:prstGeom prst="can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entaur" panose="02030504050205020304" pitchFamily="18" charset="77"/>
              </a:rPr>
              <a:t>EMR of registered patients, invoice</a:t>
            </a:r>
          </a:p>
        </p:txBody>
      </p:sp>
      <p:sp>
        <p:nvSpPr>
          <p:cNvPr id="48" name="Can 47">
            <a:extLst>
              <a:ext uri="{FF2B5EF4-FFF2-40B4-BE49-F238E27FC236}">
                <a16:creationId xmlns:a16="http://schemas.microsoft.com/office/drawing/2014/main" id="{C9E3DA75-F529-0B44-BF73-107283A08F22}"/>
              </a:ext>
            </a:extLst>
          </p:cNvPr>
          <p:cNvSpPr/>
          <p:nvPr/>
        </p:nvSpPr>
        <p:spPr>
          <a:xfrm>
            <a:off x="5243872" y="995088"/>
            <a:ext cx="1029767" cy="1018536"/>
          </a:xfrm>
          <a:prstGeom prst="can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entaur" panose="02030504050205020304" pitchFamily="18" charset="77"/>
              </a:rPr>
              <a:t>EMR of registered patients, invoice</a:t>
            </a:r>
          </a:p>
        </p:txBody>
      </p:sp>
      <p:sp>
        <p:nvSpPr>
          <p:cNvPr id="50" name="Can 49">
            <a:extLst>
              <a:ext uri="{FF2B5EF4-FFF2-40B4-BE49-F238E27FC236}">
                <a16:creationId xmlns:a16="http://schemas.microsoft.com/office/drawing/2014/main" id="{E1D67621-F29A-734D-A47E-89136AA759E1}"/>
              </a:ext>
            </a:extLst>
          </p:cNvPr>
          <p:cNvSpPr/>
          <p:nvPr/>
        </p:nvSpPr>
        <p:spPr>
          <a:xfrm>
            <a:off x="6451250" y="1014540"/>
            <a:ext cx="1029767" cy="1018536"/>
          </a:xfrm>
          <a:prstGeom prst="can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entaur" panose="02030504050205020304" pitchFamily="18" charset="77"/>
              </a:rPr>
              <a:t>Shared on a need-to -know basis</a:t>
            </a:r>
          </a:p>
        </p:txBody>
      </p:sp>
      <p:sp>
        <p:nvSpPr>
          <p:cNvPr id="51" name="Can 50">
            <a:extLst>
              <a:ext uri="{FF2B5EF4-FFF2-40B4-BE49-F238E27FC236}">
                <a16:creationId xmlns:a16="http://schemas.microsoft.com/office/drawing/2014/main" id="{B2932A1A-92A7-974B-9A5C-D82D066A36A8}"/>
              </a:ext>
            </a:extLst>
          </p:cNvPr>
          <p:cNvSpPr/>
          <p:nvPr/>
        </p:nvSpPr>
        <p:spPr>
          <a:xfrm>
            <a:off x="7570725" y="1016940"/>
            <a:ext cx="1029767" cy="1018536"/>
          </a:xfrm>
          <a:prstGeom prst="can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entaur" panose="02030504050205020304" pitchFamily="18" charset="77"/>
              </a:rPr>
              <a:t>Shared on a need-to -know basis</a:t>
            </a:r>
          </a:p>
        </p:txBody>
      </p:sp>
    </p:spTree>
    <p:extLst>
      <p:ext uri="{BB962C8B-B14F-4D97-AF65-F5344CB8AC3E}">
        <p14:creationId xmlns:p14="http://schemas.microsoft.com/office/powerpoint/2010/main" val="1523790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4829</TotalTime>
  <Words>73</Words>
  <Application>Microsoft Macintosh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Centaur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Senthilnathan Natarajan</dc:creator>
  <cp:lastModifiedBy>Senthilnathan Natarajan</cp:lastModifiedBy>
  <cp:revision>7</cp:revision>
  <dcterms:created xsi:type="dcterms:W3CDTF">2019-11-28T06:08:49Z</dcterms:created>
  <dcterms:modified xsi:type="dcterms:W3CDTF">2019-12-02T12:17:00Z</dcterms:modified>
</cp:coreProperties>
</file>