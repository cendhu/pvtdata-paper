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08F7E-856C-C84D-B9BF-19B4DB0C19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D4E222-9D90-E540-99C0-EE01E7E73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490FC-6E54-6E42-9089-9CC054EE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64AE2-17C3-3049-AC17-C1A1C0BB3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63D52-B9DF-054C-B2B6-B226AEB73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8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255-8746-854B-A500-FCE00E7AF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77485-7965-3442-8551-C15E4B5DE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D2C45-74AB-9044-A293-F9F9B327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35010-179F-6F4A-AE7D-D401D8BAC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F6E48-36E9-2745-BCAB-9585E291E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146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09EB5-9321-C44D-9785-AB5E41517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C48AD-6005-4348-B1BC-F2295397A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469BB-FEB7-DC4C-9B99-73EA9248F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C2FDF-A3B1-2D43-968E-406F80BF3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5ABF0-5406-B046-B41D-1C7B2834D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713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57312-95CA-E64B-A902-5B4AD1E2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3EF7-8969-EB4C-97F5-DC3FA996CE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E4B2CF-DC59-5847-B32B-D441ADA415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257F2-B573-3544-8FB3-06D447EE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0F645-01EC-2949-8E26-A7AC5A28B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A1D29-7887-1949-B993-B12DBD146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15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22B61-6A3F-3B48-AAE5-237EBFBF7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1958F-86F2-DD44-9E43-8061A90A4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DAC8B3-0D0B-1944-9BFE-4BE4D719A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C72D0-31F5-0A41-BED4-94FC3E097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EC735F-2B72-9748-B030-975ED4DE14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F0050-BE61-134A-8DC3-AEB68F22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58553C-EE30-8843-854A-E89839DF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7807D3-3014-0542-BDD4-8B68189C0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865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E9B73-E925-864B-A767-56B6D478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442327-86B7-F947-ACC0-AF6D07A40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598B67-9603-7C4B-897C-6B50F2659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37854E-BF9A-0D41-8C01-37FA4A940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29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7D0634-50E1-0D4B-A247-87C6361F2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82FDD2-E2B4-B248-A01C-A2CC5EC8C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34AE2-741F-474C-A481-A4BC94A6B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05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3C0B-3A4D-8841-A481-8E09DCAB3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3FF6F-0B97-5145-9FD6-17778614F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7BDCF-11EA-1744-A988-2FFC65FED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1F3C8C-1BF9-934E-9E38-63D6FA02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0E7B-A91D-8D4C-8AF0-09384921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21D5F-9A6E-3D4B-80E4-F708AC1D8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74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3B542-3A62-1F4F-9B57-AFADFCEAB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A39B6A-2D68-4D4C-8643-B912D84CAB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19C95A-1F75-9C44-BC3C-45D720571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DA4F5-275C-9341-9709-F967492F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6A71F-BC7B-5C47-A0F3-7E0B6372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8F2C17-17F6-B340-9FF1-1D3C7700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896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A7B0A-FF02-BC49-9AB9-F19C8CBAE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9F8DCD-5BD5-F84C-862A-386817621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0F827-E3CA-D343-B1D0-738811AC3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DE24-D38B-074E-BEAC-57B2404C2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51F18-0E3E-C04B-9CE8-716C18C0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8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DB3E1-4407-3B4F-993C-EB4B71BEA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D327-467C-7945-B8D2-65D6D96E2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7381A-476A-404B-9960-9D9AC1E7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B5DC8-1005-2A44-B623-A84CD6998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97CCA-8817-6844-B247-48B2F7AAA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62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A205E5-28C3-1640-BD2B-26C2F794F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1337C-D2F1-304A-8267-A7853A781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80126-3025-3C4F-A523-69664A928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E00808-534E-DF4B-BFA1-314377E96F76}" type="datetimeFigureOut">
              <a:rPr lang="en-US" smtClean="0"/>
              <a:t>3/31/20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FE64D-CB79-6449-902C-CCD7EC31BC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20F28-FBE9-5649-B339-32F60EEB80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91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57F12E-9BF2-2D4D-A8E2-CE4FB016F25C}"/>
              </a:ext>
            </a:extLst>
          </p:cNvPr>
          <p:cNvSpPr/>
          <p:nvPr/>
        </p:nvSpPr>
        <p:spPr>
          <a:xfrm>
            <a:off x="2203978" y="1114504"/>
            <a:ext cx="5864984" cy="4074517"/>
          </a:xfrm>
          <a:prstGeom prst="rect">
            <a:avLst/>
          </a:prstGeom>
          <a:solidFill>
            <a:schemeClr val="bg1"/>
          </a:solidFill>
          <a:ln w="444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9A2E62-88D8-8444-8A2A-7B0245B91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190" y="1148025"/>
            <a:ext cx="636789" cy="22606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CC5B81-788C-7A4A-8795-795FD1EFF9D7}"/>
              </a:ext>
            </a:extLst>
          </p:cNvPr>
          <p:cNvSpPr/>
          <p:nvPr/>
        </p:nvSpPr>
        <p:spPr>
          <a:xfrm>
            <a:off x="2283432" y="1201589"/>
            <a:ext cx="3757056" cy="635425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Centaur" panose="02030504050205020304" pitchFamily="18" charset="77"/>
              </a:rPr>
              <a:t>Endorser</a:t>
            </a:r>
          </a:p>
        </p:txBody>
      </p:sp>
      <p:sp>
        <p:nvSpPr>
          <p:cNvPr id="10" name="Multidocument 8">
            <a:extLst>
              <a:ext uri="{FF2B5EF4-FFF2-40B4-BE49-F238E27FC236}">
                <a16:creationId xmlns:a16="http://schemas.microsoft.com/office/drawing/2014/main" id="{F1A9925A-667B-8246-BC23-9203B908959A}"/>
              </a:ext>
            </a:extLst>
          </p:cNvPr>
          <p:cNvSpPr/>
          <p:nvPr/>
        </p:nvSpPr>
        <p:spPr>
          <a:xfrm>
            <a:off x="543699" y="1101381"/>
            <a:ext cx="1006353" cy="489858"/>
          </a:xfrm>
          <a:prstGeom prst="flowChartMulti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Clients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B90F6C-F048-3F45-AFBE-05E24A671031}"/>
              </a:ext>
            </a:extLst>
          </p:cNvPr>
          <p:cNvSpPr/>
          <p:nvPr/>
        </p:nvSpPr>
        <p:spPr>
          <a:xfrm>
            <a:off x="2383640" y="2216682"/>
            <a:ext cx="975393" cy="90211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Centaur" panose="02030504050205020304" pitchFamily="18" charset="77"/>
              </a:rPr>
              <a:t>Gossip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3955869-2D18-7D49-A14C-D13B27D3D671}"/>
              </a:ext>
            </a:extLst>
          </p:cNvPr>
          <p:cNvSpPr/>
          <p:nvPr/>
        </p:nvSpPr>
        <p:spPr>
          <a:xfrm>
            <a:off x="114641" y="1951774"/>
            <a:ext cx="1518747" cy="522515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Centaur" panose="02030504050205020304" pitchFamily="18" charset="77"/>
              </a:rPr>
              <a:t>Ordering</a:t>
            </a:r>
          </a:p>
          <a:p>
            <a:pPr algn="ctr"/>
            <a:r>
              <a:rPr lang="en-US" sz="2000" b="1" dirty="0">
                <a:latin typeface="Centaur" panose="02030504050205020304" pitchFamily="18" charset="77"/>
              </a:rPr>
              <a:t>Service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4D82F2E-A05C-1342-9E7D-7C88E81DC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302" y="2129883"/>
            <a:ext cx="636789" cy="22606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537ADD2-34C5-6645-933D-C9B58719684E}"/>
              </a:ext>
            </a:extLst>
          </p:cNvPr>
          <p:cNvSpPr/>
          <p:nvPr/>
        </p:nvSpPr>
        <p:spPr>
          <a:xfrm>
            <a:off x="151237" y="2662236"/>
            <a:ext cx="1371600" cy="443213"/>
          </a:xfrm>
          <a:prstGeom prst="rect">
            <a:avLst/>
          </a:prstGeom>
          <a:solidFill>
            <a:schemeClr val="bg1"/>
          </a:solidFill>
          <a:ln w="444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Centaur" panose="02030504050205020304" pitchFamily="18" charset="77"/>
              </a:rPr>
              <a:t>Other Peers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19E80AD-BB44-1A42-8B83-5A3AD5D72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376555"/>
              </p:ext>
            </p:extLst>
          </p:nvPr>
        </p:nvGraphicFramePr>
        <p:xfrm>
          <a:off x="3519609" y="265485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971141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8709082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0743484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00919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86459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98DB488-01EA-B641-87C8-4A6B129B43C1}"/>
              </a:ext>
            </a:extLst>
          </p:cNvPr>
          <p:cNvSpPr txBox="1"/>
          <p:nvPr/>
        </p:nvSpPr>
        <p:spPr>
          <a:xfrm>
            <a:off x="3319107" y="2284103"/>
            <a:ext cx="13767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entaur" panose="02030504050205020304" pitchFamily="18" charset="77"/>
              </a:rPr>
              <a:t>Block Queue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A2A8FBD1-6F62-C54C-BC53-E2D59EAADFF4}"/>
              </a:ext>
            </a:extLst>
          </p:cNvPr>
          <p:cNvSpPr/>
          <p:nvPr/>
        </p:nvSpPr>
        <p:spPr>
          <a:xfrm>
            <a:off x="2376182" y="3193689"/>
            <a:ext cx="2143380" cy="688856"/>
          </a:xfrm>
          <a:prstGeom prst="cube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Centaur" panose="02030504050205020304" pitchFamily="18" charset="77"/>
              </a:rPr>
              <a:t>Endorsement policy validator</a:t>
            </a:r>
          </a:p>
        </p:txBody>
      </p:sp>
      <p:sp>
        <p:nvSpPr>
          <p:cNvPr id="20" name="Cube 19">
            <a:extLst>
              <a:ext uri="{FF2B5EF4-FFF2-40B4-BE49-F238E27FC236}">
                <a16:creationId xmlns:a16="http://schemas.microsoft.com/office/drawing/2014/main" id="{42AAAE5A-BCCD-FA49-804A-6650D7D7BBB0}"/>
              </a:ext>
            </a:extLst>
          </p:cNvPr>
          <p:cNvSpPr/>
          <p:nvPr/>
        </p:nvSpPr>
        <p:spPr>
          <a:xfrm>
            <a:off x="2337103" y="3933448"/>
            <a:ext cx="2182459" cy="702077"/>
          </a:xfrm>
          <a:prstGeom prst="cube">
            <a:avLst/>
          </a:prstGeom>
          <a:solidFill>
            <a:srgbClr val="94209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Centaur" panose="02030504050205020304" pitchFamily="18" charset="77"/>
              </a:rPr>
              <a:t>Serializability validator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9B800B-1EDC-6D49-8F63-1EEF1E30D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052" y="2767274"/>
            <a:ext cx="636789" cy="226060"/>
          </a:xfrm>
          <a:prstGeom prst="rect">
            <a:avLst/>
          </a:prstGeom>
        </p:spPr>
      </p:pic>
      <p:sp>
        <p:nvSpPr>
          <p:cNvPr id="22" name="Can 21">
            <a:extLst>
              <a:ext uri="{FF2B5EF4-FFF2-40B4-BE49-F238E27FC236}">
                <a16:creationId xmlns:a16="http://schemas.microsoft.com/office/drawing/2014/main" id="{56D96EE4-D670-5545-B205-DCF09EA8C551}"/>
              </a:ext>
            </a:extLst>
          </p:cNvPr>
          <p:cNvSpPr/>
          <p:nvPr/>
        </p:nvSpPr>
        <p:spPr>
          <a:xfrm>
            <a:off x="4964388" y="1876909"/>
            <a:ext cx="1822392" cy="576118"/>
          </a:xfrm>
          <a:prstGeom prst="can">
            <a:avLst/>
          </a:prstGeom>
          <a:solidFill>
            <a:srgbClr val="00FD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Public State DB</a:t>
            </a:r>
          </a:p>
        </p:txBody>
      </p:sp>
      <p:sp>
        <p:nvSpPr>
          <p:cNvPr id="23" name="Vertical Scroll 22">
            <a:extLst>
              <a:ext uri="{FF2B5EF4-FFF2-40B4-BE49-F238E27FC236}">
                <a16:creationId xmlns:a16="http://schemas.microsoft.com/office/drawing/2014/main" id="{C702515E-1897-774C-A497-C10EEBFDAE34}"/>
              </a:ext>
            </a:extLst>
          </p:cNvPr>
          <p:cNvSpPr/>
          <p:nvPr/>
        </p:nvSpPr>
        <p:spPr>
          <a:xfrm>
            <a:off x="5048104" y="3096703"/>
            <a:ext cx="1740512" cy="620575"/>
          </a:xfrm>
          <a:prstGeom prst="verticalScrol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Centaur" panose="02030504050205020304" pitchFamily="18" charset="77"/>
              </a:rPr>
              <a:t>Public Block Store</a:t>
            </a: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C56E26D5-A98E-0442-A299-7F0468DA9D9C}"/>
              </a:ext>
            </a:extLst>
          </p:cNvPr>
          <p:cNvSpPr/>
          <p:nvPr/>
        </p:nvSpPr>
        <p:spPr>
          <a:xfrm>
            <a:off x="5275450" y="4475302"/>
            <a:ext cx="1285820" cy="576118"/>
          </a:xfrm>
          <a:prstGeom prst="can">
            <a:avLst/>
          </a:prstGeom>
          <a:solidFill>
            <a:srgbClr val="00FD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Public History DB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A1AD6FE-3FDD-CB48-9220-9872325C8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15" y="1650950"/>
            <a:ext cx="636789" cy="22606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81CEEAE-986C-8148-B17F-6528F4E8E40D}"/>
              </a:ext>
            </a:extLst>
          </p:cNvPr>
          <p:cNvSpPr txBox="1"/>
          <p:nvPr/>
        </p:nvSpPr>
        <p:spPr>
          <a:xfrm>
            <a:off x="169417" y="3449186"/>
            <a:ext cx="182344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latin typeface="Centaur" panose="02030504050205020304" pitchFamily="18" charset="77"/>
              </a:rPr>
              <a:t>Components </a:t>
            </a:r>
          </a:p>
          <a:p>
            <a:pPr algn="ctr"/>
            <a:r>
              <a:rPr lang="en-US" sz="2200" dirty="0">
                <a:latin typeface="Centaur" panose="02030504050205020304" pitchFamily="18" charset="77"/>
              </a:rPr>
              <a:t>involved in the </a:t>
            </a:r>
          </a:p>
          <a:p>
            <a:pPr algn="ctr"/>
            <a:r>
              <a:rPr lang="en-US" sz="2200" i="1" dirty="0">
                <a:latin typeface="Centaur" panose="02030504050205020304" pitchFamily="18" charset="77"/>
              </a:rPr>
              <a:t>validation</a:t>
            </a:r>
            <a:r>
              <a:rPr lang="en-US" sz="2200" dirty="0">
                <a:latin typeface="Centaur" panose="02030504050205020304" pitchFamily="18" charset="77"/>
              </a:rPr>
              <a:t> phase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D6277FEF-0F6C-7749-AD34-B201F814D62D}"/>
              </a:ext>
            </a:extLst>
          </p:cNvPr>
          <p:cNvSpPr/>
          <p:nvPr/>
        </p:nvSpPr>
        <p:spPr>
          <a:xfrm>
            <a:off x="2383640" y="4798491"/>
            <a:ext cx="2182459" cy="271655"/>
          </a:xfrm>
          <a:prstGeom prst="roundRect">
            <a:avLst/>
          </a:prstGeom>
          <a:solidFill>
            <a:srgbClr val="D5FC79"/>
          </a:solidFill>
          <a:ln>
            <a:solidFill>
              <a:srgbClr val="D5FC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Committer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7D1482-B157-4C44-9FCE-6F4FDDB2E34E}"/>
              </a:ext>
            </a:extLst>
          </p:cNvPr>
          <p:cNvSpPr/>
          <p:nvPr/>
        </p:nvSpPr>
        <p:spPr>
          <a:xfrm>
            <a:off x="2932014" y="3189908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F1D1E8D-283E-D640-B2B4-BE4D658DEE72}"/>
              </a:ext>
            </a:extLst>
          </p:cNvPr>
          <p:cNvSpPr/>
          <p:nvPr/>
        </p:nvSpPr>
        <p:spPr>
          <a:xfrm>
            <a:off x="3131708" y="3189912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D9B1193-856C-4740-A04B-9756CCFFC2B1}"/>
              </a:ext>
            </a:extLst>
          </p:cNvPr>
          <p:cNvSpPr/>
          <p:nvPr/>
        </p:nvSpPr>
        <p:spPr>
          <a:xfrm>
            <a:off x="3336658" y="3195167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00B9C88-9293-D941-ADF9-9A2210DF6B61}"/>
              </a:ext>
            </a:extLst>
          </p:cNvPr>
          <p:cNvSpPr/>
          <p:nvPr/>
        </p:nvSpPr>
        <p:spPr>
          <a:xfrm>
            <a:off x="3531098" y="3189914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E34592-16E7-704F-9CD0-0EF4FEC6B77C}"/>
              </a:ext>
            </a:extLst>
          </p:cNvPr>
          <p:cNvSpPr/>
          <p:nvPr/>
        </p:nvSpPr>
        <p:spPr>
          <a:xfrm>
            <a:off x="3725538" y="3195172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71937C4-12B0-1C48-8267-53881FAAFE58}"/>
              </a:ext>
            </a:extLst>
          </p:cNvPr>
          <p:cNvSpPr/>
          <p:nvPr/>
        </p:nvSpPr>
        <p:spPr>
          <a:xfrm>
            <a:off x="3331550" y="3960152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598610-D838-1C43-B74E-11812FB17D1E}"/>
              </a:ext>
            </a:extLst>
          </p:cNvPr>
          <p:cNvSpPr/>
          <p:nvPr/>
        </p:nvSpPr>
        <p:spPr>
          <a:xfrm>
            <a:off x="3915009" y="3186931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4338EDD-A7DC-014C-A7B1-3D8F87564626}"/>
              </a:ext>
            </a:extLst>
          </p:cNvPr>
          <p:cNvSpPr/>
          <p:nvPr/>
        </p:nvSpPr>
        <p:spPr>
          <a:xfrm>
            <a:off x="2738424" y="3194024"/>
            <a:ext cx="94593" cy="1557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DCF44230-29D4-1F4A-8656-97425F490970}"/>
              </a:ext>
            </a:extLst>
          </p:cNvPr>
          <p:cNvSpPr/>
          <p:nvPr/>
        </p:nvSpPr>
        <p:spPr>
          <a:xfrm>
            <a:off x="2404204" y="1864163"/>
            <a:ext cx="2517325" cy="38565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latin typeface="Centaur" panose="02030504050205020304" pitchFamily="18" charset="77"/>
              </a:rPr>
              <a:t>Pvtdata</a:t>
            </a:r>
            <a:r>
              <a:rPr lang="en-US" sz="2000" b="1" dirty="0">
                <a:latin typeface="Centaur" panose="02030504050205020304" pitchFamily="18" charset="77"/>
              </a:rPr>
              <a:t> Dissemination</a:t>
            </a:r>
          </a:p>
        </p:txBody>
      </p:sp>
      <p:sp>
        <p:nvSpPr>
          <p:cNvPr id="71" name="Can 70">
            <a:extLst>
              <a:ext uri="{FF2B5EF4-FFF2-40B4-BE49-F238E27FC236}">
                <a16:creationId xmlns:a16="http://schemas.microsoft.com/office/drawing/2014/main" id="{5AF7CF8F-72CD-244E-8D80-415CAA3F5022}"/>
              </a:ext>
            </a:extLst>
          </p:cNvPr>
          <p:cNvSpPr/>
          <p:nvPr/>
        </p:nvSpPr>
        <p:spPr>
          <a:xfrm>
            <a:off x="4966224" y="2506844"/>
            <a:ext cx="1822392" cy="576118"/>
          </a:xfrm>
          <a:prstGeom prst="can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Centaur" panose="02030504050205020304" pitchFamily="18" charset="77"/>
              </a:rPr>
              <a:t>Private State DB</a:t>
            </a:r>
          </a:p>
        </p:txBody>
      </p:sp>
      <p:sp>
        <p:nvSpPr>
          <p:cNvPr id="72" name="Vertical Scroll 71">
            <a:extLst>
              <a:ext uri="{FF2B5EF4-FFF2-40B4-BE49-F238E27FC236}">
                <a16:creationId xmlns:a16="http://schemas.microsoft.com/office/drawing/2014/main" id="{E875AEEB-AC92-ED4D-8E35-86041D8909C6}"/>
              </a:ext>
            </a:extLst>
          </p:cNvPr>
          <p:cNvSpPr/>
          <p:nvPr/>
        </p:nvSpPr>
        <p:spPr>
          <a:xfrm>
            <a:off x="5046268" y="3775039"/>
            <a:ext cx="1740512" cy="620575"/>
          </a:xfrm>
          <a:prstGeom prst="verticalScrol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Centaur" panose="02030504050205020304" pitchFamily="18" charset="77"/>
              </a:rPr>
              <a:t>Private Block Store</a:t>
            </a:r>
          </a:p>
        </p:txBody>
      </p:sp>
      <p:sp>
        <p:nvSpPr>
          <p:cNvPr id="73" name="Can 72">
            <a:extLst>
              <a:ext uri="{FF2B5EF4-FFF2-40B4-BE49-F238E27FC236}">
                <a16:creationId xmlns:a16="http://schemas.microsoft.com/office/drawing/2014/main" id="{EEC2D35F-3958-4E40-B9D0-098DDA7236F4}"/>
              </a:ext>
            </a:extLst>
          </p:cNvPr>
          <p:cNvSpPr/>
          <p:nvPr/>
        </p:nvSpPr>
        <p:spPr>
          <a:xfrm>
            <a:off x="6714460" y="4404974"/>
            <a:ext cx="1285820" cy="576118"/>
          </a:xfrm>
          <a:prstGeom prst="can">
            <a:avLst/>
          </a:prstGeom>
          <a:solidFill>
            <a:srgbClr val="00FD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Config History DB</a:t>
            </a:r>
          </a:p>
        </p:txBody>
      </p:sp>
    </p:spTree>
    <p:extLst>
      <p:ext uri="{BB962C8B-B14F-4D97-AF65-F5344CB8AC3E}">
        <p14:creationId xmlns:p14="http://schemas.microsoft.com/office/powerpoint/2010/main" val="736071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41</Words>
  <Application>Microsoft Macintosh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Centaur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Senthilnathan Natarajan</dc:creator>
  <cp:lastModifiedBy>Senthilnathan Natarajan</cp:lastModifiedBy>
  <cp:revision>3</cp:revision>
  <dcterms:created xsi:type="dcterms:W3CDTF">2020-03-31T14:23:47Z</dcterms:created>
  <dcterms:modified xsi:type="dcterms:W3CDTF">2020-03-31T17:42:12Z</dcterms:modified>
</cp:coreProperties>
</file>