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65CA7-A95A-4F4A-B7C4-E524D3FD0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A3F64-E41A-A145-B2BB-9276242B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76C53-EF74-C948-939E-7FA185CC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7C4C5-F8F7-A44E-845B-8673C8FC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FCB9D-4D31-2A4F-A081-26D04BDC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0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9143-BBDB-FC42-9824-4AAA501C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FD09-8D22-AB41-950C-BCE38D3EF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9AF62-B3A7-4E45-B602-63ACFD1D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9CA8-8EE6-BA4F-83F0-4685AB49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58A89-F53B-C845-8416-109D8A9A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8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FB7B-F196-D847-9D83-8517B96D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7FAB2-3CB9-224A-A583-F93EF7599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9478E-EF52-C441-BE5D-74571EC9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6E74C-014E-844F-8C41-14DED5B5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10884-FAAC-9443-81FC-9A3FA17A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44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592D-4375-B941-9C5F-183E237DC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63102-A8AE-274D-B4E3-42345C23E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658FF-CEF1-304C-87CC-645C4B927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45C0E-9F3E-B542-B89A-18DC1E92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51D0B-979B-4644-AB84-327E57D7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5356D-CA04-1B43-9C12-1413BA9A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7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3BBB-075C-D24F-83B6-D5619579B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14AE6-7F49-EF43-9D0C-9671E3D2B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112F7-4D6D-CA44-9F1E-7491C865F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1C2AC-2648-F340-A002-1009AEAE2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00EB3-7722-DC42-A364-9185AEC6B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72F35-43A6-B64D-8B6D-21F5A814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4F3EB-6915-EF49-900D-2050FC9C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F8AE85-A21E-574D-BB4F-456A9780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8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7FBA-A984-724A-8819-046A90B1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BFBBA-ADC6-FD42-9F40-CD1FFCEC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189F1-BBCC-6E48-903A-60D2E2A1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9D6FC-B742-5041-86F3-6B1AD707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6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33E4E-25DB-6E45-B588-4A5633BF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BBB8B-A8D3-1247-BCEE-8D5F0C89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E5E94-C42E-3743-A933-85D1163D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0F2B-EC20-4E48-95C3-DF976204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FC5E-8423-A84F-BBEC-CEAB7FC53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C5659-B529-7F4E-9B01-6E9C84752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4AB49-ABE5-8248-BB78-1DA564FE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40877-61E3-3646-9FD3-903AB634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E3C40-3454-B345-B8E6-E47E6185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0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E694-20B1-C944-9365-2021BD64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00F2E-0CE8-A249-88FF-0AD2848AA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D032A-DEF6-3146-840C-4D59B6862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DC3FA-61E8-D544-9435-9855360C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C61C3-D290-5147-B87F-685B5360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700DF-CFDA-6E4B-A04C-77D22CA6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3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A400-B638-A145-8A9A-11DA32B5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DC2CE-AD82-6347-A7F3-CD6FAD859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13F4A-440B-B440-9C50-4F5B76B3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E396D-EAEC-EB47-901C-E6B8001F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A4123-FE0E-E44C-9D36-E2A4D7B2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5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FEA3C-70C7-8F4D-889D-CD9A82B47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7DF2C-79B2-6E48-A404-345829941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A21A9-6E5E-B243-8EF6-2CBAB7A5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26B79-18FC-9F40-8C53-57D250C4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69FE4-30C6-8B4A-95A9-DC86E9A4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6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3875D-74FD-F44B-B274-5171A180A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3B5C8-BF4B-1445-B5F4-7AF33087F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00458-430B-A541-B01D-56D5D0A06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297BE-65FD-B249-8AD6-41821AFBC643}" type="datetimeFigureOut">
              <a:rPr lang="en-US" smtClean="0"/>
              <a:t>12/5/19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2FE7A-04EA-524B-AF16-3D810AC22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FFDE-FABD-7D48-8734-14CE20638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C3860-DA65-224F-BB91-2308622F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4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63534D-3284-9A4A-86CF-9E356E4B19AD}"/>
              </a:ext>
            </a:extLst>
          </p:cNvPr>
          <p:cNvSpPr/>
          <p:nvPr/>
        </p:nvSpPr>
        <p:spPr>
          <a:xfrm>
            <a:off x="5149331" y="1911008"/>
            <a:ext cx="1061910" cy="28659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University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BEBA52-4D10-EC43-BDB0-925A204BC597}"/>
              </a:ext>
            </a:extLst>
          </p:cNvPr>
          <p:cNvSpPr/>
          <p:nvPr/>
        </p:nvSpPr>
        <p:spPr>
          <a:xfrm>
            <a:off x="4095931" y="1911008"/>
            <a:ext cx="948054" cy="286593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Passport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FEB26-853E-C246-9AFF-F5A8AC2C2BA6}"/>
              </a:ext>
            </a:extLst>
          </p:cNvPr>
          <p:cNvSpPr/>
          <p:nvPr/>
        </p:nvSpPr>
        <p:spPr>
          <a:xfrm>
            <a:off x="2449965" y="1911007"/>
            <a:ext cx="1540565" cy="286594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Motor Vehicles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99CAA2-E866-7249-98FA-143572AD9E9F}"/>
              </a:ext>
            </a:extLst>
          </p:cNvPr>
          <p:cNvSpPr/>
          <p:nvPr/>
        </p:nvSpPr>
        <p:spPr>
          <a:xfrm>
            <a:off x="839447" y="2403811"/>
            <a:ext cx="7381153" cy="26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Centaur" panose="02030504050205020304" pitchFamily="18" charset="77"/>
              </a:rPr>
              <a:t>Birth Certificate, Driving License, Passport, Degree Certificates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E5D80-0BA5-BE41-946E-2D77338374F4}"/>
              </a:ext>
            </a:extLst>
          </p:cNvPr>
          <p:cNvSpPr txBox="1"/>
          <p:nvPr/>
        </p:nvSpPr>
        <p:spPr>
          <a:xfrm>
            <a:off x="6772414" y="2649307"/>
            <a:ext cx="2162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entaur" panose="02030504050205020304" pitchFamily="18" charset="77"/>
              </a:rPr>
              <a:t>Replicated Ledger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120511-7DB6-F94F-BF2E-6FEB527B2411}"/>
              </a:ext>
            </a:extLst>
          </p:cNvPr>
          <p:cNvSpPr/>
          <p:nvPr/>
        </p:nvSpPr>
        <p:spPr>
          <a:xfrm>
            <a:off x="6400064" y="1911007"/>
            <a:ext cx="687778" cy="2942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Bank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42B7D5-811D-9C42-8C60-72ADF6CCDF2C}"/>
              </a:ext>
            </a:extLst>
          </p:cNvPr>
          <p:cNvSpPr/>
          <p:nvPr/>
        </p:nvSpPr>
        <p:spPr>
          <a:xfrm>
            <a:off x="839448" y="1903874"/>
            <a:ext cx="1540565" cy="30142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Birth Certificate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6474C6-870E-C245-9101-0FBAA8193BAC}"/>
              </a:ext>
            </a:extLst>
          </p:cNvPr>
          <p:cNvSpPr/>
          <p:nvPr/>
        </p:nvSpPr>
        <p:spPr>
          <a:xfrm>
            <a:off x="7157794" y="1911007"/>
            <a:ext cx="1038092" cy="3019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Company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0A2A556B-66EC-414B-874F-97F5F15DCFD7}"/>
              </a:ext>
            </a:extLst>
          </p:cNvPr>
          <p:cNvSpPr/>
          <p:nvPr/>
        </p:nvSpPr>
        <p:spPr>
          <a:xfrm rot="5400000">
            <a:off x="3330410" y="-967231"/>
            <a:ext cx="369331" cy="55079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6268E-5646-6541-AE20-0A64654A70F3}"/>
              </a:ext>
            </a:extLst>
          </p:cNvPr>
          <p:cNvSpPr txBox="1"/>
          <p:nvPr/>
        </p:nvSpPr>
        <p:spPr>
          <a:xfrm>
            <a:off x="1009216" y="1298646"/>
            <a:ext cx="375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aur" panose="02030504050205020304" pitchFamily="18" charset="77"/>
              </a:rPr>
              <a:t>Identity and documents </a:t>
            </a:r>
            <a:r>
              <a:rPr lang="en-US" b="1" dirty="0">
                <a:latin typeface="Centaur" panose="02030504050205020304" pitchFamily="18" charset="77"/>
              </a:rPr>
              <a:t>issuing authorities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B2809C1F-6738-ED44-9025-F91047568D80}"/>
              </a:ext>
            </a:extLst>
          </p:cNvPr>
          <p:cNvSpPr/>
          <p:nvPr/>
        </p:nvSpPr>
        <p:spPr>
          <a:xfrm rot="5400000">
            <a:off x="7107499" y="858326"/>
            <a:ext cx="369334" cy="185686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C5BD50-5A04-A54B-A23B-C0BA1A1ACEB9}"/>
              </a:ext>
            </a:extLst>
          </p:cNvPr>
          <p:cNvSpPr txBox="1"/>
          <p:nvPr/>
        </p:nvSpPr>
        <p:spPr>
          <a:xfrm>
            <a:off x="5206407" y="1269827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aur" panose="02030504050205020304" pitchFamily="18" charset="77"/>
              </a:rPr>
              <a:t>Identity and documents </a:t>
            </a:r>
            <a:r>
              <a:rPr lang="en-US" b="1" dirty="0">
                <a:latin typeface="Centaur" panose="02030504050205020304" pitchFamily="18" charset="77"/>
              </a:rPr>
              <a:t>consumers</a:t>
            </a: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EE478F7A-4B2C-6E4C-8EBA-EA3ABC141C01}"/>
              </a:ext>
            </a:extLst>
          </p:cNvPr>
          <p:cNvSpPr/>
          <p:nvPr/>
        </p:nvSpPr>
        <p:spPr>
          <a:xfrm>
            <a:off x="3085223" y="3219606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00252DC4-372D-F546-B722-0E8553530480}"/>
              </a:ext>
            </a:extLst>
          </p:cNvPr>
          <p:cNvSpPr/>
          <p:nvPr/>
        </p:nvSpPr>
        <p:spPr>
          <a:xfrm>
            <a:off x="4677405" y="3219607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>
            <a:extLst>
              <a:ext uri="{FF2B5EF4-FFF2-40B4-BE49-F238E27FC236}">
                <a16:creationId xmlns:a16="http://schemas.microsoft.com/office/drawing/2014/main" id="{D8EA7C3B-DA5C-2541-AF31-56C225A77FC6}"/>
              </a:ext>
            </a:extLst>
          </p:cNvPr>
          <p:cNvSpPr/>
          <p:nvPr/>
        </p:nvSpPr>
        <p:spPr>
          <a:xfrm>
            <a:off x="6269587" y="3219607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4D47B2-E7BB-3044-A592-5D71C6C079C4}"/>
              </a:ext>
            </a:extLst>
          </p:cNvPr>
          <p:cNvSpPr txBox="1"/>
          <p:nvPr/>
        </p:nvSpPr>
        <p:spPr>
          <a:xfrm>
            <a:off x="2645759" y="2954758"/>
            <a:ext cx="14216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Individual’s wallet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189BC41-091A-574E-ACB8-CFA4A7E42FAA}"/>
              </a:ext>
            </a:extLst>
          </p:cNvPr>
          <p:cNvCxnSpPr>
            <a:cxnSpLocks/>
          </p:cNvCxnSpPr>
          <p:nvPr/>
        </p:nvCxnSpPr>
        <p:spPr>
          <a:xfrm rot="10800000">
            <a:off x="2693927" y="2691924"/>
            <a:ext cx="371418" cy="70161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AFCFA99-084D-7740-9483-6F971C98F4A2}"/>
              </a:ext>
            </a:extLst>
          </p:cNvPr>
          <p:cNvCxnSpPr>
            <a:cxnSpLocks/>
          </p:cNvCxnSpPr>
          <p:nvPr/>
        </p:nvCxnSpPr>
        <p:spPr>
          <a:xfrm rot="10800000">
            <a:off x="4265848" y="2691925"/>
            <a:ext cx="401618" cy="701617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C5B4DA88-613A-AA46-9F54-DBDA185C70FD}"/>
              </a:ext>
            </a:extLst>
          </p:cNvPr>
          <p:cNvCxnSpPr>
            <a:cxnSpLocks/>
            <a:stCxn id="34" idx="2"/>
          </p:cNvCxnSpPr>
          <p:nvPr/>
        </p:nvCxnSpPr>
        <p:spPr>
          <a:xfrm rot="10800000">
            <a:off x="5783261" y="2677389"/>
            <a:ext cx="486327" cy="716153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623DB61-2AC0-CD4E-91B7-22480575C174}"/>
              </a:ext>
            </a:extLst>
          </p:cNvPr>
          <p:cNvSpPr txBox="1"/>
          <p:nvPr/>
        </p:nvSpPr>
        <p:spPr>
          <a:xfrm>
            <a:off x="1911265" y="2683377"/>
            <a:ext cx="13309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DCEF9B-B4F0-2F48-A26F-2C42E0C0090C}"/>
              </a:ext>
            </a:extLst>
          </p:cNvPr>
          <p:cNvSpPr txBox="1"/>
          <p:nvPr/>
        </p:nvSpPr>
        <p:spPr>
          <a:xfrm>
            <a:off x="4995013" y="2683377"/>
            <a:ext cx="13309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D55E8A-FAFE-2B49-8E8E-B47BA4848723}"/>
              </a:ext>
            </a:extLst>
          </p:cNvPr>
          <p:cNvSpPr txBox="1"/>
          <p:nvPr/>
        </p:nvSpPr>
        <p:spPr>
          <a:xfrm>
            <a:off x="3478731" y="2677388"/>
            <a:ext cx="13309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898845-D975-2F49-99B9-36311AC6B986}"/>
              </a:ext>
            </a:extLst>
          </p:cNvPr>
          <p:cNvSpPr txBox="1"/>
          <p:nvPr/>
        </p:nvSpPr>
        <p:spPr>
          <a:xfrm>
            <a:off x="4200858" y="2954758"/>
            <a:ext cx="14216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Individual’s wallet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AC6C5A-B5B5-9047-8324-6CCF559BF55C}"/>
              </a:ext>
            </a:extLst>
          </p:cNvPr>
          <p:cNvSpPr txBox="1"/>
          <p:nvPr/>
        </p:nvSpPr>
        <p:spPr>
          <a:xfrm>
            <a:off x="5808770" y="2954758"/>
            <a:ext cx="14216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Individual’s wallet</a:t>
            </a:r>
          </a:p>
        </p:txBody>
      </p:sp>
    </p:spTree>
    <p:extLst>
      <p:ext uri="{BB962C8B-B14F-4D97-AF65-F5344CB8AC3E}">
        <p14:creationId xmlns:p14="http://schemas.microsoft.com/office/powerpoint/2010/main" val="199112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41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5</cp:revision>
  <dcterms:created xsi:type="dcterms:W3CDTF">2019-12-05T05:27:46Z</dcterms:created>
  <dcterms:modified xsi:type="dcterms:W3CDTF">2019-12-05T13:36:34Z</dcterms:modified>
</cp:coreProperties>
</file>