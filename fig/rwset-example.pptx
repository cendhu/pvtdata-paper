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4"/>
    <p:restoredTop sz="94666"/>
  </p:normalViewPr>
  <p:slideViewPr>
    <p:cSldViewPr snapToGrid="0" snapToObjects="1">
      <p:cViewPr varScale="1">
        <p:scale>
          <a:sx n="128" d="100"/>
          <a:sy n="128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8909-3972-9244-8E06-C29511661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5D23EE-7D54-6B4E-9ADA-BD23786A37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9AF5-4FA9-924E-BB60-CD2EA435D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3BCA-5BFF-6647-9537-E92132E8E34D}" type="datetimeFigureOut">
              <a:rPr lang="en-US" smtClean="0"/>
              <a:t>1/7/21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E9B8D-626D-4141-8BBE-DF00A55E8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A9FE2-BC92-E84F-AF00-6E64D82EB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5646-2C88-4541-A7D2-6ED556B63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8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8DFE-3074-7047-8246-2B198543D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C1D29-573E-304F-A16E-6DAB4BCAA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CFD4B-5204-4247-A3CF-AF8F1120B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3BCA-5BFF-6647-9537-E92132E8E34D}" type="datetimeFigureOut">
              <a:rPr lang="en-US" smtClean="0"/>
              <a:t>1/7/21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B34C5-2A3A-014E-B24F-E8D603690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CCCD5-94EA-8E43-B9A7-E8F512BB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5646-2C88-4541-A7D2-6ED556B63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211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FA3A-1C5C-8143-8B34-235A28191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9F85B-FDA5-9748-8407-C8B23D32F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26243-457C-1D42-B2BC-15204359A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3BCA-5BFF-6647-9537-E92132E8E34D}" type="datetimeFigureOut">
              <a:rPr lang="en-US" smtClean="0"/>
              <a:t>1/7/21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40FB2-310C-E34A-97F1-6D8CA89F6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C0893-20DC-F343-8BA4-0BD9CAFC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5646-2C88-4541-A7D2-6ED556B63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9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7EC68-ECB6-3140-8661-5D6D2AB3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6E5A7-22BD-7E4C-8E60-F2110B0F8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34752-D9FB-5E49-9884-F49963614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F68CB3-735E-134B-BD70-D5C9040A4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3BCA-5BFF-6647-9537-E92132E8E34D}" type="datetimeFigureOut">
              <a:rPr lang="en-US" smtClean="0"/>
              <a:t>1/7/21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A62F8-156E-6A4C-9126-9CDA7A154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69013-26D7-4944-8515-0EE7B500B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5646-2C88-4541-A7D2-6ED556B63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47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775D5-DADA-4D49-9A60-A8DB6C67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74AA1-346D-4147-9E77-4E0F574D0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229AC4-B3FF-964E-BA20-C94D0C73F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66BE8-498F-3441-8140-EA009F4B1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76DB8-DA75-6548-8EBD-BA6EA0644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060576-46BD-304E-9E89-819CB2D71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3BCA-5BFF-6647-9537-E92132E8E34D}" type="datetimeFigureOut">
              <a:rPr lang="en-US" smtClean="0"/>
              <a:t>1/7/21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7E04C-AB6F-CD40-BBF4-A3BBECFB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D63E29-57A6-1C4E-BCFF-DAE5BF03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5646-2C88-4541-A7D2-6ED556B63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6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F366-2C8F-2C4E-B7A1-CBCE5E941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B584D9-FE12-CC4B-AE3B-C4E5A934B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3BCA-5BFF-6647-9537-E92132E8E34D}" type="datetimeFigureOut">
              <a:rPr lang="en-US" smtClean="0"/>
              <a:t>1/7/21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F42BEA-2DBE-F543-A696-C90A79DA5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34E9E6-92BE-E04D-8A5A-CDB78985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5646-2C88-4541-A7D2-6ED556B63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35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23F8AE-C937-194E-B7FB-62B29C99C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3BCA-5BFF-6647-9537-E92132E8E34D}" type="datetimeFigureOut">
              <a:rPr lang="en-US" smtClean="0"/>
              <a:t>1/7/21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26D27-6F86-5A44-8CB8-D09996C6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6EAA4-BE66-2145-ADF7-6CEBFC1C8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5646-2C88-4541-A7D2-6ED556B63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94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90FE-1089-0945-8BDA-61224D69C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4282B-5647-D344-BBAA-4DCCE62BD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7BBC8-8DF2-E041-AA12-47ED23149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43B82-F666-E24B-A8FB-CEE9B0C15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3BCA-5BFF-6647-9537-E92132E8E34D}" type="datetimeFigureOut">
              <a:rPr lang="en-US" smtClean="0"/>
              <a:t>1/7/21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C44E0-CD67-224D-ACEF-CC0648926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87763-4E81-4D4D-9E9F-F83A5BAC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5646-2C88-4541-A7D2-6ED556B63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9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609C4-2CEE-9040-B332-BC27C006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09426D-4382-7042-9F53-63ACD78558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CC057-305A-DF49-989F-F863CF54C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BEE3D-82D5-474E-B25C-84145F2E1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3BCA-5BFF-6647-9537-E92132E8E34D}" type="datetimeFigureOut">
              <a:rPr lang="en-US" smtClean="0"/>
              <a:t>1/7/21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6D65E-2B16-B441-92EC-94A7190F8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7D2B2D-C072-BC4D-80F3-F400F05F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5646-2C88-4541-A7D2-6ED556B63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0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4E95-8038-0440-9D2E-BD9AEE8B8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E44E2-0BA9-CB43-AB83-B67EC7281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EDD36-F6AF-8348-910E-0F93D2F31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3BCA-5BFF-6647-9537-E92132E8E34D}" type="datetimeFigureOut">
              <a:rPr lang="en-US" smtClean="0"/>
              <a:t>1/7/21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1A5A5-F364-D145-9247-F9BC02F2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90957-295C-AC48-8B64-C7163066E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5646-2C88-4541-A7D2-6ED556B63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4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061062-75DB-964B-B311-EDD2A032D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E216A-9BAB-F542-AC1A-FAF02D7FA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CB0E0-FD8B-454B-A236-A26154AEC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3BCA-5BFF-6647-9537-E92132E8E34D}" type="datetimeFigureOut">
              <a:rPr lang="en-US" smtClean="0"/>
              <a:t>1/7/21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9EEE0-B253-6648-BAEA-23E9E1ABC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A2E9E-9658-3F4E-A521-FFF22918C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5646-2C88-4541-A7D2-6ED556B63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994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E9EB08-7FB8-8940-AEDC-520E1A33B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0D2DAE-83BD-2B4D-8DC3-614DA738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D035A-18D1-3D4A-A918-3985E21C7C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D3BCA-5BFF-6647-9537-E92132E8E34D}" type="datetimeFigureOut">
              <a:rPr lang="en-US" smtClean="0"/>
              <a:t>1/7/21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F1F0E-C903-F041-8EA1-5269C1098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82B06-D4DF-FC43-B058-8BA2AA44D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95646-2C88-4541-A7D2-6ED556B635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E4358A-70A0-C144-965C-C3422C51DBC4}"/>
              </a:ext>
            </a:extLst>
          </p:cNvPr>
          <p:cNvSpPr txBox="1"/>
          <p:nvPr/>
        </p:nvSpPr>
        <p:spPr>
          <a:xfrm>
            <a:off x="1284136" y="1878363"/>
            <a:ext cx="3675491" cy="1754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GetState(k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PutState(k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v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GetPrivateData(c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GetPrivateData(c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PutPrivateData(c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v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PutPrivateData(c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v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8783F-74A0-0147-9B63-6EA31767B5BC}"/>
              </a:ext>
            </a:extLst>
          </p:cNvPr>
          <p:cNvSpPr txBox="1"/>
          <p:nvPr/>
        </p:nvSpPr>
        <p:spPr>
          <a:xfrm>
            <a:off x="1224502" y="1578474"/>
            <a:ext cx="442092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/>
              <a:t>Sequence of API calls from smart-contract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A6A6A-48DD-F149-92E5-E889F3F76A40}"/>
              </a:ext>
            </a:extLst>
          </p:cNvPr>
          <p:cNvSpPr txBox="1"/>
          <p:nvPr/>
        </p:nvSpPr>
        <p:spPr>
          <a:xfrm>
            <a:off x="1284137" y="3925850"/>
            <a:ext cx="2061783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 –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US" dirty="0"/>
              <a:t>}</a:t>
            </a:r>
          </a:p>
          <a:p>
            <a:r>
              <a:rPr lang="en-US" dirty="0"/>
              <a:t>W –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v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D6A74B-C182-5F4A-A752-023C7EA2DC45}"/>
              </a:ext>
            </a:extLst>
          </p:cNvPr>
          <p:cNvSpPr txBox="1"/>
          <p:nvPr/>
        </p:nvSpPr>
        <p:spPr>
          <a:xfrm>
            <a:off x="5118654" y="1878365"/>
            <a:ext cx="3653564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 –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hash(k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version</a:t>
            </a: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      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hash(k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version</a:t>
            </a:r>
            <a:r>
              <a:rPr lang="en-US" dirty="0"/>
              <a:t>}</a:t>
            </a:r>
          </a:p>
          <a:p>
            <a:r>
              <a:rPr lang="en-US" dirty="0"/>
              <a:t>W –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hash(k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hash(v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}</a:t>
            </a:r>
          </a:p>
          <a:p>
            <a:r>
              <a:rPr lang="en-US" dirty="0"/>
              <a:t>       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hash(k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hash(v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F57F65-335D-3F40-B186-AFA3AE56D355}"/>
              </a:ext>
            </a:extLst>
          </p:cNvPr>
          <p:cNvSpPr txBox="1"/>
          <p:nvPr/>
        </p:nvSpPr>
        <p:spPr>
          <a:xfrm>
            <a:off x="1194685" y="3632689"/>
            <a:ext cx="256102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/>
              <a:t>Public Data Read-Write 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1BAAC6-1B99-9C4B-9DCD-DF9BF07E9547}"/>
              </a:ext>
            </a:extLst>
          </p:cNvPr>
          <p:cNvSpPr txBox="1"/>
          <p:nvPr/>
        </p:nvSpPr>
        <p:spPr>
          <a:xfrm>
            <a:off x="5029202" y="1586614"/>
            <a:ext cx="269086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/>
              <a:t>Hashed Data Read-Write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B9F5F2-2251-E945-80FF-86199BD89FB2}"/>
              </a:ext>
            </a:extLst>
          </p:cNvPr>
          <p:cNvSpPr txBox="1"/>
          <p:nvPr/>
        </p:nvSpPr>
        <p:spPr>
          <a:xfrm>
            <a:off x="5112113" y="3419947"/>
            <a:ext cx="1492716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Collection: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dirty="0"/>
          </a:p>
          <a:p>
            <a:r>
              <a:rPr lang="en-US" dirty="0"/>
              <a:t>W –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v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/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E2C287-D5E4-BF40-8B66-84B630C353E1}"/>
              </a:ext>
            </a:extLst>
          </p:cNvPr>
          <p:cNvSpPr txBox="1"/>
          <p:nvPr/>
        </p:nvSpPr>
        <p:spPr>
          <a:xfrm>
            <a:off x="5032601" y="3098572"/>
            <a:ext cx="213404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/>
              <a:t>Private Data Write 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A7BA4A-B1C0-A14C-996F-89B5191D42C3}"/>
              </a:ext>
            </a:extLst>
          </p:cNvPr>
          <p:cNvSpPr txBox="1"/>
          <p:nvPr/>
        </p:nvSpPr>
        <p:spPr>
          <a:xfrm>
            <a:off x="6747985" y="3419947"/>
            <a:ext cx="1492716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Collection: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dirty="0"/>
          </a:p>
          <a:p>
            <a:r>
              <a:rPr lang="en-US" dirty="0"/>
              <a:t>W – {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v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/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41FC1F-BC88-5644-AB5A-C2C4C74DA122}"/>
              </a:ext>
            </a:extLst>
          </p:cNvPr>
          <p:cNvSpPr txBox="1"/>
          <p:nvPr/>
        </p:nvSpPr>
        <p:spPr>
          <a:xfrm>
            <a:off x="3663711" y="4005361"/>
            <a:ext cx="15527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-&gt; Read Set</a:t>
            </a:r>
            <a:br>
              <a:rPr lang="en-US" dirty="0"/>
            </a:br>
            <a:r>
              <a:rPr lang="en-US" dirty="0"/>
              <a:t>W -&gt; Write Set</a:t>
            </a:r>
          </a:p>
        </p:txBody>
      </p:sp>
    </p:spTree>
    <p:extLst>
      <p:ext uri="{BB962C8B-B14F-4D97-AF65-F5344CB8AC3E}">
        <p14:creationId xmlns:p14="http://schemas.microsoft.com/office/powerpoint/2010/main" val="22806016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146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Senthilnathan Natarajan</cp:lastModifiedBy>
  <cp:revision>10</cp:revision>
  <dcterms:created xsi:type="dcterms:W3CDTF">2021-01-07T06:01:08Z</dcterms:created>
  <dcterms:modified xsi:type="dcterms:W3CDTF">2021-01-07T07:03:26Z</dcterms:modified>
</cp:coreProperties>
</file>