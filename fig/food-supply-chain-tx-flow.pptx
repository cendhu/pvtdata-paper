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94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C356A-5D24-C14A-8468-D170B496C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9FADD9-2023-014B-8C17-D0DBA5FA7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69E56F-E5C4-9A46-A590-9C78F4A27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E9B19-1729-6F4C-8AED-FE8A7AC9F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C7093-53A5-CB46-9EAE-16D2F9694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335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5D8A1-10E0-AB41-81A5-EFC256F46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6489F-0396-F747-92F0-60D0F683D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58BF6D-0A91-2A42-AA66-847167532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C9910B-917A-344F-8FEA-09D2E3A77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BA75A-30DC-954B-A9E8-C279B04F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175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753C7-B49A-5E48-8B11-982D5EF76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F436F-ED21-034A-B0E8-D7F65A6897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F7391-B73E-CB4E-9840-B0B149F7D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87DA1D-0477-5645-8026-B08AC59ED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A4D9E1-37F5-A741-B10B-E57F3633E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993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E6A2B-E06C-A742-AADE-87EEBFE02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8492C-2DB8-0B49-BCE9-846FBF546B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E623ED-427D-6042-9CE7-601FBAFF8F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057FD7-C87D-1741-A528-99E058E8C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AD1F09-103E-9042-9629-C7FF4ADEE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A2B0B7-3DAB-9347-895F-2F0DFB4A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75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88D8F-CCF7-8D42-B0B1-EE5B4D56E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7EE461-1774-124A-AC79-59096C34F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CDA202-A99F-7649-9142-34B954018B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53E8B5-C256-E04A-871E-A1AB23977F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FE4B20-4263-5844-A98D-59C2E25865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ADDF9E-9B09-884A-991B-99A4E4B46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F30F42-E30A-5F4F-9622-EDC2AD053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1BBBD9-5EE7-7340-840A-041681762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230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5702A-3849-CF4C-9921-E99571844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8A3704-FC3A-B548-AEBA-9A1CC0C94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1FBEB2-1999-FA42-B166-B08E6101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2C1DD3-5C56-BF4E-B559-15DA66664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212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9B2B8-3E36-4E44-ACC3-C20257F27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9F9150-705A-3648-98FF-CE3757A25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01E3F-EBEE-A040-95A6-034396F42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10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8D702-0A0E-7849-A97F-E0825485A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6740C-AF02-0649-8B73-D97725460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5C7A0E-FBF7-F94A-B72D-F569F7EA0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7D1D49-2B0B-8043-AE8E-55059A3A4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D7B59E-7A1E-EC4F-BE24-7596670E4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3D3ED1-7CAA-A24C-8DC1-486B075B3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1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08875-FCAF-1045-9663-ACC52460F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41BF59-80ED-1542-BB86-E4ABF13C77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69FA16-18AC-C84A-BD0E-20C072193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D1E2F7-E3CC-D546-8E48-12733CF89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411A7-2204-EA4D-9FE0-07139FBD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8D269-955A-3D48-860F-F28F58A36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607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605FA-FB83-7B43-AC8C-18D72FE3F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5A27B-235C-C248-8EC3-0D7845E19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D554-D694-344D-BDE6-324052988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FCB63-B40C-FB41-BB77-A16311639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85729-D660-5549-8D12-AABD61CF0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3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ACA41-BBDC-9141-9983-F85804CD1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BDF602-60D1-524D-AC3F-7E5A0FBD19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C89D6A-F178-B148-81EB-FB29DC448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A77D43-A81F-EE4C-A4EC-1E1A56911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28ED7-3DEE-4746-818D-9602C14D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643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ECB7A-FE48-BE41-83D0-12EC964EF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1483A-824F-C849-9217-02A5558DC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6CAD8-FA52-174E-923E-2D1A13DF96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74D935-525D-F244-B979-9EF8207529CF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96819-5656-D64D-B099-EE31E33C47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0B6F59-7412-6442-8BDD-0CC4248AAE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3F51D3-8212-1948-80CF-7FD8DEC40A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122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9D6D657F-D056-AA4D-8522-749725F40D54}"/>
              </a:ext>
            </a:extLst>
          </p:cNvPr>
          <p:cNvSpPr/>
          <p:nvPr/>
        </p:nvSpPr>
        <p:spPr>
          <a:xfrm>
            <a:off x="6416569" y="1947387"/>
            <a:ext cx="1140379" cy="2942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entaur" panose="02030504050205020304" pitchFamily="18" charset="77"/>
              </a:rPr>
              <a:t>Distributor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037CBF6-8873-1042-9E29-9A58B007A68B}"/>
              </a:ext>
            </a:extLst>
          </p:cNvPr>
          <p:cNvSpPr/>
          <p:nvPr/>
        </p:nvSpPr>
        <p:spPr>
          <a:xfrm>
            <a:off x="7962158" y="1950013"/>
            <a:ext cx="1022811" cy="2942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entaur" panose="02030504050205020304" pitchFamily="18" charset="77"/>
              </a:rPr>
              <a:t>Retailer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44D97A2-C838-8F42-9B5F-79A30F007A90}"/>
              </a:ext>
            </a:extLst>
          </p:cNvPr>
          <p:cNvSpPr/>
          <p:nvPr/>
        </p:nvSpPr>
        <p:spPr>
          <a:xfrm>
            <a:off x="4590393" y="1947386"/>
            <a:ext cx="1313802" cy="29429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entaur" panose="02030504050205020304" pitchFamily="18" charset="77"/>
              </a:rPr>
              <a:t>Manufacture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66E7A22-EA1D-794E-BDEA-15A52A6C039D}"/>
              </a:ext>
            </a:extLst>
          </p:cNvPr>
          <p:cNvSpPr/>
          <p:nvPr/>
        </p:nvSpPr>
        <p:spPr>
          <a:xfrm>
            <a:off x="3236612" y="1947385"/>
            <a:ext cx="893397" cy="296917"/>
          </a:xfrm>
          <a:prstGeom prst="rect">
            <a:avLst/>
          </a:prstGeom>
          <a:solidFill>
            <a:srgbClr val="FF9300"/>
          </a:solidFill>
          <a:ln>
            <a:solidFill>
              <a:srgbClr val="FF9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entaur" panose="02030504050205020304" pitchFamily="18" charset="77"/>
              </a:rPr>
              <a:t>Supplier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6F06CDE-C2DC-1A45-BC99-FE460F9CDBBD}"/>
              </a:ext>
            </a:extLst>
          </p:cNvPr>
          <p:cNvSpPr/>
          <p:nvPr/>
        </p:nvSpPr>
        <p:spPr>
          <a:xfrm>
            <a:off x="2040503" y="1947387"/>
            <a:ext cx="893397" cy="294290"/>
          </a:xfrm>
          <a:prstGeom prst="rect">
            <a:avLst/>
          </a:prstGeom>
          <a:solidFill>
            <a:srgbClr val="941651"/>
          </a:solidFill>
          <a:ln>
            <a:solidFill>
              <a:srgbClr val="94165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entaur" panose="02030504050205020304" pitchFamily="18" charset="77"/>
              </a:rPr>
              <a:t>Farmer</a:t>
            </a:r>
          </a:p>
        </p:txBody>
      </p: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3102D3E1-A7BE-8248-AA60-807A57D4FFFA}"/>
              </a:ext>
            </a:extLst>
          </p:cNvPr>
          <p:cNvCxnSpPr>
            <a:cxnSpLocks/>
            <a:stCxn id="51" idx="1"/>
            <a:endCxn id="50" idx="0"/>
          </p:cNvCxnSpPr>
          <p:nvPr/>
        </p:nvCxnSpPr>
        <p:spPr>
          <a:xfrm rot="10800000">
            <a:off x="6986760" y="1947388"/>
            <a:ext cx="975399" cy="149771"/>
          </a:xfrm>
          <a:prstGeom prst="bentConnector4">
            <a:avLst>
              <a:gd name="adj1" fmla="val 20771"/>
              <a:gd name="adj2" fmla="val 252633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15C89B65-7A4F-2444-9DF8-F9E93B6FF463}"/>
              </a:ext>
            </a:extLst>
          </p:cNvPr>
          <p:cNvCxnSpPr>
            <a:cxnSpLocks/>
            <a:stCxn id="50" idx="1"/>
            <a:endCxn id="52" idx="0"/>
          </p:cNvCxnSpPr>
          <p:nvPr/>
        </p:nvCxnSpPr>
        <p:spPr>
          <a:xfrm rot="10800000">
            <a:off x="5247295" y="1947386"/>
            <a:ext cx="1169275" cy="147146"/>
          </a:xfrm>
          <a:prstGeom prst="bentConnector4">
            <a:avLst>
              <a:gd name="adj1" fmla="val 21910"/>
              <a:gd name="adj2" fmla="val 255356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Elbow Connector 60">
            <a:extLst>
              <a:ext uri="{FF2B5EF4-FFF2-40B4-BE49-F238E27FC236}">
                <a16:creationId xmlns:a16="http://schemas.microsoft.com/office/drawing/2014/main" id="{1D38C96B-B85C-ED45-BBF7-6A1E58BB73A3}"/>
              </a:ext>
            </a:extLst>
          </p:cNvPr>
          <p:cNvCxnSpPr>
            <a:stCxn id="52" idx="1"/>
            <a:endCxn id="53" idx="0"/>
          </p:cNvCxnSpPr>
          <p:nvPr/>
        </p:nvCxnSpPr>
        <p:spPr>
          <a:xfrm rot="10800000">
            <a:off x="3683311" y="1947386"/>
            <a:ext cx="907082" cy="147147"/>
          </a:xfrm>
          <a:prstGeom prst="bentConnector4">
            <a:avLst>
              <a:gd name="adj1" fmla="val 25377"/>
              <a:gd name="adj2" fmla="val 255355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B2D9E530-D690-2C42-BB5F-0EE9393C129F}"/>
              </a:ext>
            </a:extLst>
          </p:cNvPr>
          <p:cNvCxnSpPr>
            <a:stCxn id="53" idx="1"/>
            <a:endCxn id="55" idx="0"/>
          </p:cNvCxnSpPr>
          <p:nvPr/>
        </p:nvCxnSpPr>
        <p:spPr>
          <a:xfrm rot="10800000">
            <a:off x="2487202" y="1947388"/>
            <a:ext cx="749410" cy="148457"/>
          </a:xfrm>
          <a:prstGeom prst="bentConnector4">
            <a:avLst>
              <a:gd name="adj1" fmla="val 20197"/>
              <a:gd name="adj2" fmla="val 253984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9F3C9D15-3C6D-2C43-A2CB-B0024632A4D5}"/>
              </a:ext>
            </a:extLst>
          </p:cNvPr>
          <p:cNvSpPr txBox="1"/>
          <p:nvPr/>
        </p:nvSpPr>
        <p:spPr>
          <a:xfrm>
            <a:off x="6166343" y="1324772"/>
            <a:ext cx="169187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order chocolate</a:t>
            </a:r>
          </a:p>
          <a:p>
            <a:pPr algn="ctr"/>
            <a:r>
              <a:rPr lang="en-US" sz="1700" dirty="0">
                <a:latin typeface="Centaur" panose="02030504050205020304" pitchFamily="18" charset="77"/>
              </a:rPr>
              <a:t>bars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68000D8-E0D1-F040-A7EB-0287A1D7204E}"/>
              </a:ext>
            </a:extLst>
          </p:cNvPr>
          <p:cNvSpPr txBox="1"/>
          <p:nvPr/>
        </p:nvSpPr>
        <p:spPr>
          <a:xfrm>
            <a:off x="4583536" y="1321457"/>
            <a:ext cx="174477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order chocolate </a:t>
            </a:r>
          </a:p>
          <a:p>
            <a:pPr algn="ctr"/>
            <a:r>
              <a:rPr lang="en-US" sz="1700" dirty="0">
                <a:latin typeface="Centaur" panose="02030504050205020304" pitchFamily="18" charset="77"/>
              </a:rPr>
              <a:t>bars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77AC9F9-51C2-7146-B81A-8C105919174D}"/>
              </a:ext>
            </a:extLst>
          </p:cNvPr>
          <p:cNvSpPr txBox="1"/>
          <p:nvPr/>
        </p:nvSpPr>
        <p:spPr>
          <a:xfrm>
            <a:off x="3224349" y="1335964"/>
            <a:ext cx="1281376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order raw </a:t>
            </a:r>
          </a:p>
          <a:p>
            <a:pPr algn="ctr"/>
            <a:r>
              <a:rPr lang="en-US" sz="1700" dirty="0">
                <a:latin typeface="Centaur" panose="02030504050205020304" pitchFamily="18" charset="77"/>
              </a:rPr>
              <a:t>materials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3E04F25-939C-8544-A5AC-EFA00322E86D}"/>
              </a:ext>
            </a:extLst>
          </p:cNvPr>
          <p:cNvSpPr txBox="1"/>
          <p:nvPr/>
        </p:nvSpPr>
        <p:spPr>
          <a:xfrm>
            <a:off x="1949088" y="1321216"/>
            <a:ext cx="1281376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order raw </a:t>
            </a:r>
          </a:p>
          <a:p>
            <a:pPr algn="ctr"/>
            <a:r>
              <a:rPr lang="en-US" sz="1700" dirty="0">
                <a:latin typeface="Centaur" panose="02030504050205020304" pitchFamily="18" charset="77"/>
              </a:rPr>
              <a:t>materials 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0761170-F30F-854B-A19B-D52EDC652F2D}"/>
              </a:ext>
            </a:extLst>
          </p:cNvPr>
          <p:cNvSpPr/>
          <p:nvPr/>
        </p:nvSpPr>
        <p:spPr>
          <a:xfrm>
            <a:off x="2589776" y="3517275"/>
            <a:ext cx="960868" cy="26275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entaur" panose="02030504050205020304" pitchFamily="18" charset="77"/>
              </a:rPr>
              <a:t>Logistics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091339AD-0173-6E4D-A6D8-EA1132332F75}"/>
              </a:ext>
            </a:extLst>
          </p:cNvPr>
          <p:cNvCxnSpPr>
            <a:cxnSpLocks/>
            <a:stCxn id="53" idx="2"/>
            <a:endCxn id="67" idx="3"/>
          </p:cNvCxnSpPr>
          <p:nvPr/>
        </p:nvCxnSpPr>
        <p:spPr>
          <a:xfrm rot="5400000">
            <a:off x="2914802" y="2880145"/>
            <a:ext cx="1404352" cy="132667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9" name="Elbow Connector 68">
            <a:extLst>
              <a:ext uri="{FF2B5EF4-FFF2-40B4-BE49-F238E27FC236}">
                <a16:creationId xmlns:a16="http://schemas.microsoft.com/office/drawing/2014/main" id="{2D3514D5-F69C-6A4B-B1EF-CCE2E8640D4E}"/>
              </a:ext>
            </a:extLst>
          </p:cNvPr>
          <p:cNvCxnSpPr>
            <a:cxnSpLocks/>
            <a:stCxn id="67" idx="1"/>
            <a:endCxn id="55" idx="2"/>
          </p:cNvCxnSpPr>
          <p:nvPr/>
        </p:nvCxnSpPr>
        <p:spPr>
          <a:xfrm rot="10800000">
            <a:off x="2487202" y="2241678"/>
            <a:ext cx="102574" cy="1406977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78047C6-191E-9140-80A0-DF712D21D827}"/>
              </a:ext>
            </a:extLst>
          </p:cNvPr>
          <p:cNvSpPr txBox="1"/>
          <p:nvPr/>
        </p:nvSpPr>
        <p:spPr>
          <a:xfrm>
            <a:off x="2710124" y="3186130"/>
            <a:ext cx="2403441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arrange shipping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6108791-9F68-5B48-8218-A40A67FDACFD}"/>
              </a:ext>
            </a:extLst>
          </p:cNvPr>
          <p:cNvSpPr txBox="1"/>
          <p:nvPr/>
        </p:nvSpPr>
        <p:spPr>
          <a:xfrm>
            <a:off x="1911447" y="2924921"/>
            <a:ext cx="122046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pick up </a:t>
            </a:r>
            <a:br>
              <a:rPr lang="en-US" sz="1700" dirty="0">
                <a:latin typeface="Centaur" panose="02030504050205020304" pitchFamily="18" charset="77"/>
              </a:rPr>
            </a:br>
            <a:r>
              <a:rPr lang="en-US" sz="1700" dirty="0">
                <a:latin typeface="Centaur" panose="02030504050205020304" pitchFamily="18" charset="77"/>
              </a:rPr>
              <a:t>order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1968D52-1BC5-424E-B932-B4692464EA15}"/>
              </a:ext>
            </a:extLst>
          </p:cNvPr>
          <p:cNvCxnSpPr/>
          <p:nvPr/>
        </p:nvCxnSpPr>
        <p:spPr>
          <a:xfrm>
            <a:off x="2933900" y="2241677"/>
            <a:ext cx="541248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C30C58E-6F17-4440-8A68-A98B848F035E}"/>
              </a:ext>
            </a:extLst>
          </p:cNvPr>
          <p:cNvCxnSpPr/>
          <p:nvPr/>
        </p:nvCxnSpPr>
        <p:spPr>
          <a:xfrm>
            <a:off x="4158752" y="2241676"/>
            <a:ext cx="458510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DAD45E2-F415-7B4C-BA5C-21AFDD39902C}"/>
              </a:ext>
            </a:extLst>
          </p:cNvPr>
          <p:cNvCxnSpPr/>
          <p:nvPr/>
        </p:nvCxnSpPr>
        <p:spPr>
          <a:xfrm>
            <a:off x="5907083" y="2227170"/>
            <a:ext cx="512374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2E0E6AF2-ED53-BC49-A1FC-D1DEF2361BC4}"/>
              </a:ext>
            </a:extLst>
          </p:cNvPr>
          <p:cNvCxnSpPr/>
          <p:nvPr/>
        </p:nvCxnSpPr>
        <p:spPr>
          <a:xfrm>
            <a:off x="7556948" y="2241676"/>
            <a:ext cx="415149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FB9914D-C905-784A-AE8C-37B4B12CD8D2}"/>
              </a:ext>
            </a:extLst>
          </p:cNvPr>
          <p:cNvSpPr txBox="1"/>
          <p:nvPr/>
        </p:nvSpPr>
        <p:spPr>
          <a:xfrm>
            <a:off x="7231274" y="2173847"/>
            <a:ext cx="1020216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b="1" dirty="0">
                <a:latin typeface="Centaur" panose="02030504050205020304" pitchFamily="18" charset="77"/>
              </a:rPr>
              <a:t>2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invoice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307FEAE-7198-AD4A-84B8-E261EF9BC582}"/>
              </a:ext>
            </a:extLst>
          </p:cNvPr>
          <p:cNvSpPr txBox="1"/>
          <p:nvPr/>
        </p:nvSpPr>
        <p:spPr>
          <a:xfrm>
            <a:off x="5778896" y="2143748"/>
            <a:ext cx="1021818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invoice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87AFE5-55C2-564F-AA7A-9FBB11EDB83C}"/>
              </a:ext>
            </a:extLst>
          </p:cNvPr>
          <p:cNvSpPr txBox="1"/>
          <p:nvPr/>
        </p:nvSpPr>
        <p:spPr>
          <a:xfrm>
            <a:off x="3860886" y="2177220"/>
            <a:ext cx="1021818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invoice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FE77D7-16ED-984E-A2AB-11F31A2A0BC0}"/>
              </a:ext>
            </a:extLst>
          </p:cNvPr>
          <p:cNvSpPr txBox="1"/>
          <p:nvPr/>
        </p:nvSpPr>
        <p:spPr>
          <a:xfrm>
            <a:off x="2663652" y="2155578"/>
            <a:ext cx="1021818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invoice</a:t>
            </a:r>
          </a:p>
        </p:txBody>
      </p: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C9CEE400-C823-9549-9A6B-635153C82F59}"/>
              </a:ext>
            </a:extLst>
          </p:cNvPr>
          <p:cNvCxnSpPr>
            <a:cxnSpLocks/>
            <a:stCxn id="67" idx="2"/>
            <a:endCxn id="52" idx="2"/>
          </p:cNvCxnSpPr>
          <p:nvPr/>
        </p:nvCxnSpPr>
        <p:spPr>
          <a:xfrm rot="5400000" flipH="1" flipV="1">
            <a:off x="3389574" y="1922313"/>
            <a:ext cx="1538356" cy="2177084"/>
          </a:xfrm>
          <a:prstGeom prst="bentConnector3">
            <a:avLst>
              <a:gd name="adj1" fmla="val -6461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21B55CB6-6D63-6F47-8E62-045D0E0A4A39}"/>
              </a:ext>
            </a:extLst>
          </p:cNvPr>
          <p:cNvSpPr txBox="1"/>
          <p:nvPr/>
        </p:nvSpPr>
        <p:spPr>
          <a:xfrm>
            <a:off x="4781206" y="3556396"/>
            <a:ext cx="1086388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deliver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D0E2A674-FE18-D349-82E8-7A67FC778BDF}"/>
              </a:ext>
            </a:extLst>
          </p:cNvPr>
          <p:cNvSpPr/>
          <p:nvPr/>
        </p:nvSpPr>
        <p:spPr>
          <a:xfrm>
            <a:off x="7292485" y="3521748"/>
            <a:ext cx="1051036" cy="26275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entaur" panose="02030504050205020304" pitchFamily="18" charset="77"/>
              </a:rPr>
              <a:t>Logistics</a:t>
            </a:r>
          </a:p>
        </p:txBody>
      </p: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1F95F7E8-DECB-BB4B-B11D-19BE653CCCB8}"/>
              </a:ext>
            </a:extLst>
          </p:cNvPr>
          <p:cNvCxnSpPr>
            <a:stCxn id="50" idx="2"/>
            <a:endCxn id="82" idx="2"/>
          </p:cNvCxnSpPr>
          <p:nvPr/>
        </p:nvCxnSpPr>
        <p:spPr>
          <a:xfrm rot="16200000" flipH="1">
            <a:off x="6630967" y="2597469"/>
            <a:ext cx="1542829" cy="831244"/>
          </a:xfrm>
          <a:prstGeom prst="bentConnector3">
            <a:avLst>
              <a:gd name="adj1" fmla="val 114817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A5AB511F-1AB3-2D42-A397-2E728E604C0D}"/>
              </a:ext>
            </a:extLst>
          </p:cNvPr>
          <p:cNvSpPr txBox="1"/>
          <p:nvPr/>
        </p:nvSpPr>
        <p:spPr>
          <a:xfrm>
            <a:off x="5853475" y="3714718"/>
            <a:ext cx="2040484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arrange shipping</a:t>
            </a:r>
          </a:p>
        </p:txBody>
      </p:sp>
      <p:cxnSp>
        <p:nvCxnSpPr>
          <p:cNvPr id="85" name="Elbow Connector 84">
            <a:extLst>
              <a:ext uri="{FF2B5EF4-FFF2-40B4-BE49-F238E27FC236}">
                <a16:creationId xmlns:a16="http://schemas.microsoft.com/office/drawing/2014/main" id="{436D2F52-E542-E14D-BAB9-8FC0C5BD90AA}"/>
              </a:ext>
            </a:extLst>
          </p:cNvPr>
          <p:cNvCxnSpPr>
            <a:cxnSpLocks/>
            <a:stCxn id="82" idx="1"/>
            <a:endCxn id="52" idx="3"/>
          </p:cNvCxnSpPr>
          <p:nvPr/>
        </p:nvCxnSpPr>
        <p:spPr>
          <a:xfrm rot="10800000">
            <a:off x="5904195" y="2094533"/>
            <a:ext cx="1388290" cy="1558595"/>
          </a:xfrm>
          <a:prstGeom prst="bentConnector3">
            <a:avLst>
              <a:gd name="adj1" fmla="val 107990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D1C6862-6537-5A4C-8A2E-6279EC9EB7A9}"/>
              </a:ext>
            </a:extLst>
          </p:cNvPr>
          <p:cNvSpPr txBox="1"/>
          <p:nvPr/>
        </p:nvSpPr>
        <p:spPr>
          <a:xfrm>
            <a:off x="5690341" y="3329980"/>
            <a:ext cx="1220463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pick up 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A7CE470-A959-3743-B1F8-E02A09966A5D}"/>
              </a:ext>
            </a:extLst>
          </p:cNvPr>
          <p:cNvSpPr txBox="1"/>
          <p:nvPr/>
        </p:nvSpPr>
        <p:spPr>
          <a:xfrm>
            <a:off x="8122771" y="3050186"/>
            <a:ext cx="1094018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deliver</a:t>
            </a:r>
          </a:p>
        </p:txBody>
      </p: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786D15DB-F783-994C-B73D-88304B24AC96}"/>
              </a:ext>
            </a:extLst>
          </p:cNvPr>
          <p:cNvCxnSpPr>
            <a:cxnSpLocks/>
            <a:stCxn id="82" idx="3"/>
            <a:endCxn id="51" idx="2"/>
          </p:cNvCxnSpPr>
          <p:nvPr/>
        </p:nvCxnSpPr>
        <p:spPr>
          <a:xfrm flipV="1">
            <a:off x="8343521" y="2244303"/>
            <a:ext cx="130043" cy="1408824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9" name="Curved Connector 88">
            <a:extLst>
              <a:ext uri="{FF2B5EF4-FFF2-40B4-BE49-F238E27FC236}">
                <a16:creationId xmlns:a16="http://schemas.microsoft.com/office/drawing/2014/main" id="{2E2332CD-C9B4-DD47-8D1B-CDB9740427E6}"/>
              </a:ext>
            </a:extLst>
          </p:cNvPr>
          <p:cNvCxnSpPr>
            <a:stCxn id="53" idx="2"/>
            <a:endCxn id="55" idx="3"/>
          </p:cNvCxnSpPr>
          <p:nvPr/>
        </p:nvCxnSpPr>
        <p:spPr>
          <a:xfrm rot="5400000" flipH="1">
            <a:off x="3233721" y="1794712"/>
            <a:ext cx="149770" cy="749411"/>
          </a:xfrm>
          <a:prstGeom prst="curvedConnector4">
            <a:avLst>
              <a:gd name="adj1" fmla="val -152634"/>
              <a:gd name="adj2" fmla="val 79803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0" name="Curved Connector 89">
            <a:extLst>
              <a:ext uri="{FF2B5EF4-FFF2-40B4-BE49-F238E27FC236}">
                <a16:creationId xmlns:a16="http://schemas.microsoft.com/office/drawing/2014/main" id="{89DCD01B-0B72-C641-BE66-0A8F94AD4C1E}"/>
              </a:ext>
            </a:extLst>
          </p:cNvPr>
          <p:cNvCxnSpPr>
            <a:stCxn id="52" idx="2"/>
            <a:endCxn id="53" idx="3"/>
          </p:cNvCxnSpPr>
          <p:nvPr/>
        </p:nvCxnSpPr>
        <p:spPr>
          <a:xfrm rot="5400000" flipH="1">
            <a:off x="4615735" y="1610119"/>
            <a:ext cx="145833" cy="1117285"/>
          </a:xfrm>
          <a:prstGeom prst="curvedConnector4">
            <a:avLst>
              <a:gd name="adj1" fmla="val -156755"/>
              <a:gd name="adj2" fmla="val 79397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1" name="Curved Connector 90">
            <a:extLst>
              <a:ext uri="{FF2B5EF4-FFF2-40B4-BE49-F238E27FC236}">
                <a16:creationId xmlns:a16="http://schemas.microsoft.com/office/drawing/2014/main" id="{2D123B43-5E49-E046-A73A-DEF07A0C29E7}"/>
              </a:ext>
            </a:extLst>
          </p:cNvPr>
          <p:cNvCxnSpPr>
            <a:stCxn id="50" idx="2"/>
            <a:endCxn id="52" idx="3"/>
          </p:cNvCxnSpPr>
          <p:nvPr/>
        </p:nvCxnSpPr>
        <p:spPr>
          <a:xfrm rot="5400000" flipH="1">
            <a:off x="6371904" y="1626823"/>
            <a:ext cx="147145" cy="1082564"/>
          </a:xfrm>
          <a:prstGeom prst="curvedConnector4">
            <a:avLst>
              <a:gd name="adj1" fmla="val -155357"/>
              <a:gd name="adj2" fmla="val 76335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0349F927-5A95-294D-940C-7392538B2BF0}"/>
              </a:ext>
            </a:extLst>
          </p:cNvPr>
          <p:cNvSpPr txBox="1"/>
          <p:nvPr/>
        </p:nvSpPr>
        <p:spPr>
          <a:xfrm>
            <a:off x="4329957" y="2372987"/>
            <a:ext cx="13360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proof of </a:t>
            </a:r>
            <a:br>
              <a:rPr lang="en-US" sz="1700" dirty="0">
                <a:latin typeface="Centaur" panose="02030504050205020304" pitchFamily="18" charset="77"/>
              </a:rPr>
            </a:br>
            <a:r>
              <a:rPr lang="en-US" sz="1700" dirty="0">
                <a:latin typeface="Centaur" panose="02030504050205020304" pitchFamily="18" charset="77"/>
              </a:rPr>
              <a:t>payment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B8F5AE3-6A90-AB48-A1AC-FC960A4AA607}"/>
              </a:ext>
            </a:extLst>
          </p:cNvPr>
          <p:cNvSpPr txBox="1"/>
          <p:nvPr/>
        </p:nvSpPr>
        <p:spPr>
          <a:xfrm>
            <a:off x="2728085" y="2370530"/>
            <a:ext cx="13360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proof of </a:t>
            </a:r>
            <a:br>
              <a:rPr lang="en-US" sz="1700" dirty="0">
                <a:latin typeface="Centaur" panose="02030504050205020304" pitchFamily="18" charset="77"/>
              </a:rPr>
            </a:br>
            <a:r>
              <a:rPr lang="en-US" sz="1700" dirty="0">
                <a:latin typeface="Centaur" panose="02030504050205020304" pitchFamily="18" charset="77"/>
              </a:rPr>
              <a:t>payment</a:t>
            </a:r>
          </a:p>
        </p:txBody>
      </p:sp>
      <p:cxnSp>
        <p:nvCxnSpPr>
          <p:cNvPr id="94" name="Curved Connector 93">
            <a:extLst>
              <a:ext uri="{FF2B5EF4-FFF2-40B4-BE49-F238E27FC236}">
                <a16:creationId xmlns:a16="http://schemas.microsoft.com/office/drawing/2014/main" id="{21674FA9-5BDD-584E-A731-F303A0D9AC84}"/>
              </a:ext>
            </a:extLst>
          </p:cNvPr>
          <p:cNvCxnSpPr>
            <a:cxnSpLocks/>
            <a:stCxn id="51" idx="2"/>
            <a:endCxn id="50" idx="3"/>
          </p:cNvCxnSpPr>
          <p:nvPr/>
        </p:nvCxnSpPr>
        <p:spPr>
          <a:xfrm rot="5400000" flipH="1">
            <a:off x="7940370" y="1711110"/>
            <a:ext cx="149771" cy="916616"/>
          </a:xfrm>
          <a:prstGeom prst="curvedConnector4">
            <a:avLst>
              <a:gd name="adj1" fmla="val -152633"/>
              <a:gd name="adj2" fmla="val 77896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176F4B14-9071-DF45-8972-09ADBF242D43}"/>
              </a:ext>
            </a:extLst>
          </p:cNvPr>
          <p:cNvSpPr txBox="1"/>
          <p:nvPr/>
        </p:nvSpPr>
        <p:spPr>
          <a:xfrm>
            <a:off x="7694492" y="2377572"/>
            <a:ext cx="13360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proof of </a:t>
            </a:r>
            <a:br>
              <a:rPr lang="en-US" sz="1700" dirty="0">
                <a:latin typeface="Centaur" panose="02030504050205020304" pitchFamily="18" charset="77"/>
              </a:rPr>
            </a:br>
            <a:r>
              <a:rPr lang="en-US" sz="1700" dirty="0">
                <a:latin typeface="Centaur" panose="02030504050205020304" pitchFamily="18" charset="77"/>
              </a:rPr>
              <a:t>payment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A725362-4896-4846-893E-E7E627E43217}"/>
              </a:ext>
            </a:extLst>
          </p:cNvPr>
          <p:cNvSpPr txBox="1"/>
          <p:nvPr/>
        </p:nvSpPr>
        <p:spPr>
          <a:xfrm>
            <a:off x="6060969" y="2383162"/>
            <a:ext cx="13360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proof of </a:t>
            </a:r>
            <a:br>
              <a:rPr lang="en-US" sz="1700" dirty="0">
                <a:latin typeface="Centaur" panose="02030504050205020304" pitchFamily="18" charset="77"/>
              </a:rPr>
            </a:br>
            <a:r>
              <a:rPr lang="en-US" sz="1700" dirty="0">
                <a:latin typeface="Centaur" panose="02030504050205020304" pitchFamily="18" charset="77"/>
              </a:rPr>
              <a:t>payment</a:t>
            </a:r>
          </a:p>
        </p:txBody>
      </p:sp>
      <p:cxnSp>
        <p:nvCxnSpPr>
          <p:cNvPr id="97" name="Curved Connector 96">
            <a:extLst>
              <a:ext uri="{FF2B5EF4-FFF2-40B4-BE49-F238E27FC236}">
                <a16:creationId xmlns:a16="http://schemas.microsoft.com/office/drawing/2014/main" id="{7953ABF6-FE92-A74D-A65F-5533008C8AD3}"/>
              </a:ext>
            </a:extLst>
          </p:cNvPr>
          <p:cNvCxnSpPr>
            <a:cxnSpLocks/>
            <a:stCxn id="51" idx="0"/>
            <a:endCxn id="51" idx="3"/>
          </p:cNvCxnSpPr>
          <p:nvPr/>
        </p:nvCxnSpPr>
        <p:spPr>
          <a:xfrm rot="16200000" flipH="1">
            <a:off x="8655693" y="1767883"/>
            <a:ext cx="147145" cy="511405"/>
          </a:xfrm>
          <a:prstGeom prst="curvedConnector4">
            <a:avLst>
              <a:gd name="adj1" fmla="val -155357"/>
              <a:gd name="adj2" fmla="val 144700"/>
            </a:avLst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DC3464-F105-6C41-B21B-F4F47CC898C7}"/>
              </a:ext>
            </a:extLst>
          </p:cNvPr>
          <p:cNvSpPr txBox="1"/>
          <p:nvPr/>
        </p:nvSpPr>
        <p:spPr>
          <a:xfrm>
            <a:off x="7765307" y="1327540"/>
            <a:ext cx="158620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entaur" panose="02030504050205020304" pitchFamily="18" charset="77"/>
              </a:rPr>
              <a:t>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lang="en-US" sz="1600" dirty="0">
                <a:latin typeface="Centaur" panose="02030504050205020304" pitchFamily="18" charset="77"/>
              </a:rPr>
              <a:t>) </a:t>
            </a:r>
            <a:r>
              <a:rPr lang="en-US" sz="1700" dirty="0">
                <a:latin typeface="Centaur" panose="02030504050205020304" pitchFamily="18" charset="77"/>
              </a:rPr>
              <a:t>sales record </a:t>
            </a:r>
            <a:br>
              <a:rPr lang="en-US" sz="1700" dirty="0">
                <a:latin typeface="Centaur" panose="02030504050205020304" pitchFamily="18" charset="77"/>
              </a:rPr>
            </a:br>
            <a:r>
              <a:rPr lang="en-US" sz="1700" dirty="0">
                <a:latin typeface="Centaur" panose="02030504050205020304" pitchFamily="18" charset="77"/>
              </a:rPr>
              <a:t>for each customer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502AB86-688A-DC47-BA47-DC9D26655542}"/>
              </a:ext>
            </a:extLst>
          </p:cNvPr>
          <p:cNvSpPr/>
          <p:nvPr/>
        </p:nvSpPr>
        <p:spPr>
          <a:xfrm>
            <a:off x="2040504" y="4083089"/>
            <a:ext cx="6944464" cy="2327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b="1" dirty="0">
                <a:latin typeface="Centaur" panose="02030504050205020304" pitchFamily="18" charset="77"/>
                <a:cs typeface="Times New Roman" panose="02020603050405020304" pitchFamily="18" charset="0"/>
              </a:rPr>
              <a:t>Order details, invoice, proof of payment, logistics details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8BAE074-A2CD-664E-9792-50AEA2575D83}"/>
              </a:ext>
            </a:extLst>
          </p:cNvPr>
          <p:cNvSpPr txBox="1"/>
          <p:nvPr/>
        </p:nvSpPr>
        <p:spPr>
          <a:xfrm>
            <a:off x="4827861" y="4264990"/>
            <a:ext cx="1623778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700" b="1" dirty="0">
                <a:latin typeface="Centaur" panose="02030504050205020304" pitchFamily="18" charset="77"/>
                <a:cs typeface="Times New Roman" panose="02020603050405020304" pitchFamily="18" charset="0"/>
              </a:rPr>
              <a:t>Replicated Ledger</a:t>
            </a:r>
          </a:p>
        </p:txBody>
      </p:sp>
    </p:spTree>
    <p:extLst>
      <p:ext uri="{BB962C8B-B14F-4D97-AF65-F5344CB8AC3E}">
        <p14:creationId xmlns:p14="http://schemas.microsoft.com/office/powerpoint/2010/main" val="3812715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</TotalTime>
  <Words>127</Words>
  <Application>Microsoft Macintosh PowerPoint</Application>
  <PresentationFormat>Widescreen</PresentationFormat>
  <Paragraphs>32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Centaur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Senthilnathan Natarajan</dc:creator>
  <cp:lastModifiedBy>Senthilnathan Natarajan</cp:lastModifiedBy>
  <cp:revision>11</cp:revision>
  <dcterms:created xsi:type="dcterms:W3CDTF">2019-11-20T08:54:38Z</dcterms:created>
  <dcterms:modified xsi:type="dcterms:W3CDTF">2019-12-02T11:45:06Z</dcterms:modified>
</cp:coreProperties>
</file>