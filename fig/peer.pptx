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C79"/>
    <a:srgbClr val="FFD579"/>
    <a:srgbClr val="00FDFF"/>
    <a:srgbClr val="942093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 showGuide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9C61-DD8F-704A-B295-8760C7CA4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580B9-6AAD-F740-B529-3A12A9A17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75424-4812-1749-8CA9-5363F835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3FD16-EFEB-BE49-85E1-49CE68A98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CEB27-162E-E74C-8570-986512FC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3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EFF3-69BF-594D-BD06-F92E055F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1BB4-688F-DC42-953B-71E09C59F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7948B-9E66-9342-A219-313E2D9F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2DDFE-55CC-E74C-B290-59615EC03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7D222-383C-D041-B77C-65E27A5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7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B997-A45B-E74E-BB50-967478D3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8428E-3DE3-9A41-AE40-B0589C297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0B4AA-19B0-4044-A0A2-81F039A7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2F557-94FB-3347-943A-04E31CAB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CBB8E-63A2-0246-9305-4B571131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40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1C7D8-E52E-424B-9C60-9890ACF22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13C2A-102F-584D-9D5A-D0D3679A4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AE533-F575-1B4D-9AD1-D03B7A654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AFD04-5D5E-D145-A24F-03932DBF6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324CC-9FE5-E547-87EA-DB17C3B6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50603-4A83-9545-BDA0-41CDD25F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9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9917E-C327-4A4B-BE9E-595F4E0F3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4D104-70B2-B940-B2B9-CC1F58261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869A5-BFF6-0845-A37F-4012D6C53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EB94D-1E16-A04B-87E7-E2AAFAA6B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4FC39-AC40-B940-8B19-61B2969FE1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959C0A-7F15-DA46-A9E7-4FA87A0F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B2B73-0451-DC4F-A423-9C69284C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2D53FC-0C73-4B48-A4BF-765168D3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7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A1B4-6509-9545-9A74-31408E64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D576C-BCF1-134E-99E3-6D5E4F9B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CD6B0-A884-B344-8FCE-9DBEB809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86123-68FE-D249-8E02-EF6B1B1D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69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969EB4-9182-1D4A-B63E-FC2147B9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FE239-F0B8-0E43-9646-A6FF830E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E0409-1086-5D4B-B6EF-328B8019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36E5-37F0-6D44-86AE-619CF3A90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2A8BD-0CC3-F849-954B-2352EE6AC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5E8EC-AB70-C54F-AD56-45A35CBA9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53E93-9EEF-0A44-AFA8-97D9D989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05E3D-F34E-0C4C-9273-83436DEA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942D9-048B-E54C-8120-4AB22F46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0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A772A-473F-9649-96F4-93C872EE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65817F-9592-D94E-A6B0-EB7FBEA6A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DA07F-4F0E-7542-8765-E47CE1DA4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9A0D7-1972-9649-995E-09AC7D679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D167D-8290-E442-8191-FA2586F0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18A53-ECC0-814D-8204-E16F1812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92A6-6BD3-0F45-8B12-60F7BA5E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6DA35-EE40-314B-83D5-CE0C14CC7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E9A9-88ED-B141-8833-0C8692A5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D2620-8A9A-7C48-A8CC-045D768C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29D21-032A-4B40-B2BA-234C60F7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8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FF64-57B4-DB4D-B74E-B80C154CB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78E40-3B23-7847-9432-8667FC1CF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3BF78-44B8-C44A-A826-FE12B6B1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24492-E267-7148-9596-CC3290F2A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36042-0940-3348-AA29-8EF3A358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12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AB207-77DA-1142-B1AA-1AB3320F3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267578-2D92-744A-9F6C-8F94E8026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BCCE2-BD40-9E4E-860F-4875C95A3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54538-FDCD-EA47-BFE1-B74C29CC594F}" type="datetimeFigureOut">
              <a:rPr lang="en-US" smtClean="0"/>
              <a:t>7/27/19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9A007-AEE3-D74F-8FAF-FFC17C8BB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A7E43-E225-FE48-AF98-8F9F40C66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CE9F3-1B2A-7B44-B9EF-4D55B4D3A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7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8B000C7-E013-9A48-AD5B-80907BB23349}"/>
              </a:ext>
            </a:extLst>
          </p:cNvPr>
          <p:cNvSpPr/>
          <p:nvPr/>
        </p:nvSpPr>
        <p:spPr>
          <a:xfrm>
            <a:off x="6823844" y="1687646"/>
            <a:ext cx="1882921" cy="394403"/>
          </a:xfrm>
          <a:prstGeom prst="rect">
            <a:avLst/>
          </a:prstGeom>
          <a:solidFill>
            <a:schemeClr val="bg1"/>
          </a:solidFill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3070A0-F3A3-7E45-896D-F90307D883DD}"/>
              </a:ext>
            </a:extLst>
          </p:cNvPr>
          <p:cNvSpPr/>
          <p:nvPr/>
        </p:nvSpPr>
        <p:spPr>
          <a:xfrm>
            <a:off x="6812964" y="1116018"/>
            <a:ext cx="1882921" cy="394403"/>
          </a:xfrm>
          <a:prstGeom prst="rect">
            <a:avLst/>
          </a:prstGeom>
          <a:solidFill>
            <a:schemeClr val="bg1"/>
          </a:solidFill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68F836-24A4-AB4D-8E57-555DCAB222D3}"/>
              </a:ext>
            </a:extLst>
          </p:cNvPr>
          <p:cNvSpPr/>
          <p:nvPr/>
        </p:nvSpPr>
        <p:spPr>
          <a:xfrm>
            <a:off x="2203978" y="1114504"/>
            <a:ext cx="3905264" cy="4074517"/>
          </a:xfrm>
          <a:prstGeom prst="rect">
            <a:avLst/>
          </a:prstGeom>
          <a:solidFill>
            <a:schemeClr val="bg1"/>
          </a:solidFill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D51DD-D725-8B44-8241-91AAC7B52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190" y="1148025"/>
            <a:ext cx="636789" cy="226060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84FA29-31B9-1645-8CC1-39E2B9A040C6}"/>
              </a:ext>
            </a:extLst>
          </p:cNvPr>
          <p:cNvSpPr/>
          <p:nvPr/>
        </p:nvSpPr>
        <p:spPr>
          <a:xfrm>
            <a:off x="2283432" y="1201589"/>
            <a:ext cx="3757056" cy="80566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entaur" panose="02030504050205020304" pitchFamily="18" charset="77"/>
              </a:rPr>
              <a:t>Endorser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2844609-E2C1-734E-972C-05F7DAF0983D}"/>
              </a:ext>
            </a:extLst>
          </p:cNvPr>
          <p:cNvSpPr/>
          <p:nvPr/>
        </p:nvSpPr>
        <p:spPr>
          <a:xfrm>
            <a:off x="6871408" y="1154687"/>
            <a:ext cx="1770047" cy="30731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Smart-Contract A</a:t>
            </a:r>
          </a:p>
        </p:txBody>
      </p:sp>
      <p:sp>
        <p:nvSpPr>
          <p:cNvPr id="9" name="Multidocument 8">
            <a:extLst>
              <a:ext uri="{FF2B5EF4-FFF2-40B4-BE49-F238E27FC236}">
                <a16:creationId xmlns:a16="http://schemas.microsoft.com/office/drawing/2014/main" id="{2E6BBBD2-0CE1-9D49-85B8-A7D73C05F591}"/>
              </a:ext>
            </a:extLst>
          </p:cNvPr>
          <p:cNvSpPr/>
          <p:nvPr/>
        </p:nvSpPr>
        <p:spPr>
          <a:xfrm>
            <a:off x="543699" y="1101381"/>
            <a:ext cx="1006353" cy="489858"/>
          </a:xfrm>
          <a:prstGeom prst="flowChartMultidocumen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Clients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179DF8-B9A8-6746-BAF1-EED4E845A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455" y="1494113"/>
            <a:ext cx="636789" cy="22606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6A94F79-EE1D-3C4C-9B47-54CF75D4A0DB}"/>
              </a:ext>
            </a:extLst>
          </p:cNvPr>
          <p:cNvSpPr/>
          <p:nvPr/>
        </p:nvSpPr>
        <p:spPr>
          <a:xfrm>
            <a:off x="6871408" y="1724358"/>
            <a:ext cx="1770047" cy="30731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entaur" panose="02030504050205020304" pitchFamily="18" charset="77"/>
              </a:rPr>
              <a:t>Smart-Contract B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719A170-398C-FD46-980C-C828F967D544}"/>
              </a:ext>
            </a:extLst>
          </p:cNvPr>
          <p:cNvSpPr/>
          <p:nvPr/>
        </p:nvSpPr>
        <p:spPr>
          <a:xfrm>
            <a:off x="2383640" y="2216682"/>
            <a:ext cx="975393" cy="90211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entaur" panose="02030504050205020304" pitchFamily="18" charset="77"/>
              </a:rPr>
              <a:t>Gossip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BB1617-DF65-0848-B151-CE51A528F9C7}"/>
              </a:ext>
            </a:extLst>
          </p:cNvPr>
          <p:cNvSpPr/>
          <p:nvPr/>
        </p:nvSpPr>
        <p:spPr>
          <a:xfrm>
            <a:off x="114641" y="1951774"/>
            <a:ext cx="1518747" cy="522515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entaur" panose="02030504050205020304" pitchFamily="18" charset="77"/>
              </a:rPr>
              <a:t>Ordering</a:t>
            </a:r>
          </a:p>
          <a:p>
            <a:pPr algn="ctr"/>
            <a:r>
              <a:rPr lang="en-US" sz="2000" b="1" dirty="0">
                <a:latin typeface="Centaur" panose="02030504050205020304" pitchFamily="18" charset="77"/>
              </a:rPr>
              <a:t>Service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3E9287C-CD17-9A4A-AE40-6222F8640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02" y="2129883"/>
            <a:ext cx="636789" cy="22606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05E9DE9-7454-904C-9A92-9F00379C5DDB}"/>
              </a:ext>
            </a:extLst>
          </p:cNvPr>
          <p:cNvSpPr/>
          <p:nvPr/>
        </p:nvSpPr>
        <p:spPr>
          <a:xfrm>
            <a:off x="151237" y="2662236"/>
            <a:ext cx="1371600" cy="443213"/>
          </a:xfrm>
          <a:prstGeom prst="rect">
            <a:avLst/>
          </a:prstGeom>
          <a:solidFill>
            <a:schemeClr val="bg1"/>
          </a:solidFill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Centaur" panose="02030504050205020304" pitchFamily="18" charset="77"/>
              </a:rPr>
              <a:t>Other Peers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2A8A2DD-62FD-7C4A-998C-D8CE22D43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886147"/>
              </p:ext>
            </p:extLst>
          </p:nvPr>
        </p:nvGraphicFramePr>
        <p:xfrm>
          <a:off x="3519609" y="2654856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97114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2870908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70743484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00091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6459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92E776F0-B3CE-0044-B245-0CC9CD8C0A5F}"/>
              </a:ext>
            </a:extLst>
          </p:cNvPr>
          <p:cNvSpPr txBox="1"/>
          <p:nvPr/>
        </p:nvSpPr>
        <p:spPr>
          <a:xfrm>
            <a:off x="3319107" y="2284103"/>
            <a:ext cx="1376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entaur" panose="02030504050205020304" pitchFamily="18" charset="77"/>
              </a:rPr>
              <a:t>Block Queue</a:t>
            </a:r>
          </a:p>
        </p:txBody>
      </p:sp>
      <p:sp>
        <p:nvSpPr>
          <p:cNvPr id="26" name="Cube 25">
            <a:extLst>
              <a:ext uri="{FF2B5EF4-FFF2-40B4-BE49-F238E27FC236}">
                <a16:creationId xmlns:a16="http://schemas.microsoft.com/office/drawing/2014/main" id="{846F1ACF-F119-F64C-953B-4AFBA17CDA78}"/>
              </a:ext>
            </a:extLst>
          </p:cNvPr>
          <p:cNvSpPr/>
          <p:nvPr/>
        </p:nvSpPr>
        <p:spPr>
          <a:xfrm>
            <a:off x="2376182" y="3193689"/>
            <a:ext cx="2143380" cy="688856"/>
          </a:xfrm>
          <a:prstGeom prst="cub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entaur" panose="02030504050205020304" pitchFamily="18" charset="77"/>
              </a:rPr>
              <a:t>Endorsement policy validator</a:t>
            </a:r>
          </a:p>
        </p:txBody>
      </p:sp>
      <p:sp>
        <p:nvSpPr>
          <p:cNvPr id="27" name="Cube 26">
            <a:extLst>
              <a:ext uri="{FF2B5EF4-FFF2-40B4-BE49-F238E27FC236}">
                <a16:creationId xmlns:a16="http://schemas.microsoft.com/office/drawing/2014/main" id="{B3139E54-C11C-A941-82F0-DC7A77874E41}"/>
              </a:ext>
            </a:extLst>
          </p:cNvPr>
          <p:cNvSpPr/>
          <p:nvPr/>
        </p:nvSpPr>
        <p:spPr>
          <a:xfrm>
            <a:off x="2337103" y="3933448"/>
            <a:ext cx="2182459" cy="702077"/>
          </a:xfrm>
          <a:prstGeom prst="cube">
            <a:avLst/>
          </a:prstGeom>
          <a:solidFill>
            <a:srgbClr val="94209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entaur" panose="02030504050205020304" pitchFamily="18" charset="77"/>
              </a:rPr>
              <a:t>Serializability validator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29781C1-F1D4-2444-8D7B-17B150573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052" y="2767274"/>
            <a:ext cx="636789" cy="226060"/>
          </a:xfrm>
          <a:prstGeom prst="rect">
            <a:avLst/>
          </a:prstGeom>
        </p:spPr>
      </p:pic>
      <p:sp>
        <p:nvSpPr>
          <p:cNvPr id="29" name="Can 28">
            <a:extLst>
              <a:ext uri="{FF2B5EF4-FFF2-40B4-BE49-F238E27FC236}">
                <a16:creationId xmlns:a16="http://schemas.microsoft.com/office/drawing/2014/main" id="{1E50C4B0-0B3F-1848-9AD9-54CF47CAE82B}"/>
              </a:ext>
            </a:extLst>
          </p:cNvPr>
          <p:cNvSpPr/>
          <p:nvPr/>
        </p:nvSpPr>
        <p:spPr>
          <a:xfrm>
            <a:off x="4774965" y="2569958"/>
            <a:ext cx="1193963" cy="576118"/>
          </a:xfrm>
          <a:prstGeom prst="can">
            <a:avLst/>
          </a:prstGeom>
          <a:solidFill>
            <a:srgbClr val="00F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State DB</a:t>
            </a:r>
          </a:p>
        </p:txBody>
      </p:sp>
      <p:sp>
        <p:nvSpPr>
          <p:cNvPr id="30" name="Vertical Scroll 29">
            <a:extLst>
              <a:ext uri="{FF2B5EF4-FFF2-40B4-BE49-F238E27FC236}">
                <a16:creationId xmlns:a16="http://schemas.microsoft.com/office/drawing/2014/main" id="{A036F3AC-D926-BB46-ACF7-B16D236B5D15}"/>
              </a:ext>
            </a:extLst>
          </p:cNvPr>
          <p:cNvSpPr/>
          <p:nvPr/>
        </p:nvSpPr>
        <p:spPr>
          <a:xfrm>
            <a:off x="4867967" y="3354408"/>
            <a:ext cx="1088571" cy="620575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Centaur" panose="02030504050205020304" pitchFamily="18" charset="77"/>
              </a:rPr>
              <a:t>Block Store</a:t>
            </a:r>
          </a:p>
        </p:txBody>
      </p:sp>
      <p:sp>
        <p:nvSpPr>
          <p:cNvPr id="31" name="Can 30">
            <a:extLst>
              <a:ext uri="{FF2B5EF4-FFF2-40B4-BE49-F238E27FC236}">
                <a16:creationId xmlns:a16="http://schemas.microsoft.com/office/drawing/2014/main" id="{2A8EAB40-BC8C-B74C-8110-515542D08C9B}"/>
              </a:ext>
            </a:extLst>
          </p:cNvPr>
          <p:cNvSpPr/>
          <p:nvPr/>
        </p:nvSpPr>
        <p:spPr>
          <a:xfrm>
            <a:off x="4768329" y="4084459"/>
            <a:ext cx="1285820" cy="576118"/>
          </a:xfrm>
          <a:prstGeom prst="can">
            <a:avLst/>
          </a:prstGeom>
          <a:solidFill>
            <a:srgbClr val="00FD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History DB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31B7096-5455-9C48-AB0B-579E4F941F55}"/>
              </a:ext>
            </a:extLst>
          </p:cNvPr>
          <p:cNvCxnSpPr/>
          <p:nvPr/>
        </p:nvCxnSpPr>
        <p:spPr>
          <a:xfrm>
            <a:off x="2288500" y="1022661"/>
            <a:ext cx="649698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68B292C-BE7C-7340-BB81-57D17EFC33B6}"/>
              </a:ext>
            </a:extLst>
          </p:cNvPr>
          <p:cNvCxnSpPr>
            <a:cxnSpLocks/>
          </p:cNvCxnSpPr>
          <p:nvPr/>
        </p:nvCxnSpPr>
        <p:spPr>
          <a:xfrm>
            <a:off x="8798013" y="1022661"/>
            <a:ext cx="8426" cy="11448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3F2C659-2036-CC42-AF88-C41D3BE6B649}"/>
              </a:ext>
            </a:extLst>
          </p:cNvPr>
          <p:cNvCxnSpPr>
            <a:cxnSpLocks/>
          </p:cNvCxnSpPr>
          <p:nvPr/>
        </p:nvCxnSpPr>
        <p:spPr>
          <a:xfrm flipH="1" flipV="1">
            <a:off x="4661443" y="3192308"/>
            <a:ext cx="1558127" cy="1154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821FF6-75DE-E843-B49B-F48DDF60BBDF}"/>
              </a:ext>
            </a:extLst>
          </p:cNvPr>
          <p:cNvCxnSpPr>
            <a:cxnSpLocks/>
          </p:cNvCxnSpPr>
          <p:nvPr/>
        </p:nvCxnSpPr>
        <p:spPr>
          <a:xfrm flipV="1">
            <a:off x="4650556" y="2071163"/>
            <a:ext cx="0" cy="1096432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B8C5DEC-F5D2-9B4A-B74A-DD021FF8157B}"/>
              </a:ext>
            </a:extLst>
          </p:cNvPr>
          <p:cNvCxnSpPr>
            <a:cxnSpLocks/>
          </p:cNvCxnSpPr>
          <p:nvPr/>
        </p:nvCxnSpPr>
        <p:spPr>
          <a:xfrm flipH="1">
            <a:off x="2203978" y="2069650"/>
            <a:ext cx="2446579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E92272C-0FAB-D543-B59A-291F8EEC25E5}"/>
              </a:ext>
            </a:extLst>
          </p:cNvPr>
          <p:cNvCxnSpPr>
            <a:cxnSpLocks/>
          </p:cNvCxnSpPr>
          <p:nvPr/>
        </p:nvCxnSpPr>
        <p:spPr>
          <a:xfrm flipV="1">
            <a:off x="2255437" y="1022661"/>
            <a:ext cx="0" cy="10090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06F3364-8583-B944-A530-229B43F2392A}"/>
              </a:ext>
            </a:extLst>
          </p:cNvPr>
          <p:cNvCxnSpPr>
            <a:cxnSpLocks/>
          </p:cNvCxnSpPr>
          <p:nvPr/>
        </p:nvCxnSpPr>
        <p:spPr>
          <a:xfrm>
            <a:off x="2270906" y="4685629"/>
            <a:ext cx="2390536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0CCAB0-CA57-3B48-B77A-00835728D134}"/>
              </a:ext>
            </a:extLst>
          </p:cNvPr>
          <p:cNvCxnSpPr>
            <a:cxnSpLocks/>
          </p:cNvCxnSpPr>
          <p:nvPr/>
        </p:nvCxnSpPr>
        <p:spPr>
          <a:xfrm flipV="1">
            <a:off x="6027962" y="2167461"/>
            <a:ext cx="0" cy="1129608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EA28679-D44C-FD4F-8590-36B67859295E}"/>
              </a:ext>
            </a:extLst>
          </p:cNvPr>
          <p:cNvCxnSpPr/>
          <p:nvPr/>
        </p:nvCxnSpPr>
        <p:spPr>
          <a:xfrm>
            <a:off x="2301026" y="2167461"/>
            <a:ext cx="3726936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D6C91F2-5C8F-284C-B750-2B21508F6AF7}"/>
              </a:ext>
            </a:extLst>
          </p:cNvPr>
          <p:cNvCxnSpPr/>
          <p:nvPr/>
        </p:nvCxnSpPr>
        <p:spPr>
          <a:xfrm flipV="1">
            <a:off x="2275974" y="2167461"/>
            <a:ext cx="0" cy="2518168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1DEE69BF-0E18-7F42-93F3-BFC5F96F6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15" y="1650950"/>
            <a:ext cx="636789" cy="226060"/>
          </a:xfrm>
          <a:prstGeom prst="rect">
            <a:avLst/>
          </a:prstGeom>
        </p:spPr>
      </p:pic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C0ACF2E-70DF-7349-9EB6-7367454D8A6D}"/>
              </a:ext>
            </a:extLst>
          </p:cNvPr>
          <p:cNvCxnSpPr>
            <a:cxnSpLocks/>
          </p:cNvCxnSpPr>
          <p:nvPr/>
        </p:nvCxnSpPr>
        <p:spPr>
          <a:xfrm>
            <a:off x="6820934" y="2216125"/>
            <a:ext cx="0" cy="258951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A72F5F3-77CC-A14A-9908-D1C610BF7812}"/>
              </a:ext>
            </a:extLst>
          </p:cNvPr>
          <p:cNvSpPr txBox="1"/>
          <p:nvPr/>
        </p:nvSpPr>
        <p:spPr>
          <a:xfrm>
            <a:off x="6262680" y="2405811"/>
            <a:ext cx="25539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Centaur" panose="02030504050205020304" pitchFamily="18" charset="77"/>
              </a:rPr>
              <a:t>Components involved </a:t>
            </a:r>
          </a:p>
          <a:p>
            <a:pPr algn="ctr"/>
            <a:r>
              <a:rPr lang="en-US" sz="2200" dirty="0">
                <a:latin typeface="Centaur" panose="02030504050205020304" pitchFamily="18" charset="77"/>
              </a:rPr>
              <a:t>in the </a:t>
            </a:r>
            <a:r>
              <a:rPr lang="en-US" sz="2200" i="1" dirty="0">
                <a:latin typeface="Centaur" panose="02030504050205020304" pitchFamily="18" charset="77"/>
              </a:rPr>
              <a:t>simulation</a:t>
            </a:r>
            <a:r>
              <a:rPr lang="en-US" sz="2200" dirty="0">
                <a:latin typeface="Centaur" panose="02030504050205020304" pitchFamily="18" charset="77"/>
              </a:rPr>
              <a:t> phase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506FE3DF-94E1-4F4C-AF36-01A06E907F5C}"/>
              </a:ext>
            </a:extLst>
          </p:cNvPr>
          <p:cNvCxnSpPr/>
          <p:nvPr/>
        </p:nvCxnSpPr>
        <p:spPr>
          <a:xfrm flipV="1">
            <a:off x="4650556" y="3297069"/>
            <a:ext cx="10886" cy="138856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967F22E-67FF-B346-9AC1-D2E2E2BFBA84}"/>
              </a:ext>
            </a:extLst>
          </p:cNvPr>
          <p:cNvCxnSpPr/>
          <p:nvPr/>
        </p:nvCxnSpPr>
        <p:spPr>
          <a:xfrm>
            <a:off x="4661442" y="3283138"/>
            <a:ext cx="1379046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10BEE50-2833-8548-AA89-DF700ECFF12E}"/>
              </a:ext>
            </a:extLst>
          </p:cNvPr>
          <p:cNvCxnSpPr/>
          <p:nvPr/>
        </p:nvCxnSpPr>
        <p:spPr>
          <a:xfrm>
            <a:off x="6219570" y="2200674"/>
            <a:ext cx="2599226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69F1E88-0335-E04C-B142-AA3833B23AB2}"/>
              </a:ext>
            </a:extLst>
          </p:cNvPr>
          <p:cNvCxnSpPr/>
          <p:nvPr/>
        </p:nvCxnSpPr>
        <p:spPr>
          <a:xfrm>
            <a:off x="6219570" y="2213031"/>
            <a:ext cx="0" cy="97927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1E6791B-B438-0E49-A9C0-B7DB233BDC40}"/>
              </a:ext>
            </a:extLst>
          </p:cNvPr>
          <p:cNvCxnSpPr>
            <a:cxnSpLocks/>
          </p:cNvCxnSpPr>
          <p:nvPr/>
        </p:nvCxnSpPr>
        <p:spPr>
          <a:xfrm flipH="1">
            <a:off x="1742303" y="3793524"/>
            <a:ext cx="528603" cy="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F26350FB-5AA1-664B-8441-89B8EEC08BC8}"/>
              </a:ext>
            </a:extLst>
          </p:cNvPr>
          <p:cNvSpPr txBox="1"/>
          <p:nvPr/>
        </p:nvSpPr>
        <p:spPr>
          <a:xfrm>
            <a:off x="169417" y="3449186"/>
            <a:ext cx="182344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Centaur" panose="02030504050205020304" pitchFamily="18" charset="77"/>
              </a:rPr>
              <a:t>Components </a:t>
            </a:r>
          </a:p>
          <a:p>
            <a:pPr algn="ctr"/>
            <a:r>
              <a:rPr lang="en-US" sz="2200" dirty="0">
                <a:latin typeface="Centaur" panose="02030504050205020304" pitchFamily="18" charset="77"/>
              </a:rPr>
              <a:t>involved in the </a:t>
            </a:r>
          </a:p>
          <a:p>
            <a:pPr algn="ctr"/>
            <a:r>
              <a:rPr lang="en-US" sz="2200" i="1" dirty="0">
                <a:latin typeface="Centaur" panose="02030504050205020304" pitchFamily="18" charset="77"/>
              </a:rPr>
              <a:t>validation</a:t>
            </a:r>
            <a:r>
              <a:rPr lang="en-US" sz="2200" dirty="0">
                <a:latin typeface="Centaur" panose="02030504050205020304" pitchFamily="18" charset="77"/>
              </a:rPr>
              <a:t> phase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EB2E57A-D083-6E4C-8B6A-AB6544937582}"/>
              </a:ext>
            </a:extLst>
          </p:cNvPr>
          <p:cNvCxnSpPr>
            <a:cxnSpLocks/>
          </p:cNvCxnSpPr>
          <p:nvPr/>
        </p:nvCxnSpPr>
        <p:spPr>
          <a:xfrm>
            <a:off x="4715027" y="2499003"/>
            <a:ext cx="0" cy="2299488"/>
          </a:xfrm>
          <a:prstGeom prst="line">
            <a:avLst/>
          </a:prstGeom>
          <a:ln w="22225"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0878B0D-DBD0-9D43-8E97-5E4D55750BEC}"/>
              </a:ext>
            </a:extLst>
          </p:cNvPr>
          <p:cNvCxnSpPr/>
          <p:nvPr/>
        </p:nvCxnSpPr>
        <p:spPr>
          <a:xfrm>
            <a:off x="4704517" y="2499003"/>
            <a:ext cx="1585073" cy="0"/>
          </a:xfrm>
          <a:prstGeom prst="line">
            <a:avLst/>
          </a:prstGeom>
          <a:ln w="22225"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CF6EDC6-37F5-094E-AE1F-D2EBF32ADE19}"/>
              </a:ext>
            </a:extLst>
          </p:cNvPr>
          <p:cNvCxnSpPr>
            <a:cxnSpLocks/>
          </p:cNvCxnSpPr>
          <p:nvPr/>
        </p:nvCxnSpPr>
        <p:spPr>
          <a:xfrm>
            <a:off x="6289590" y="2499003"/>
            <a:ext cx="0" cy="2616447"/>
          </a:xfrm>
          <a:prstGeom prst="line">
            <a:avLst/>
          </a:prstGeom>
          <a:ln w="22225"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E13375F3-0A92-3C48-B2F5-E982163E7DAA}"/>
              </a:ext>
            </a:extLst>
          </p:cNvPr>
          <p:cNvCxnSpPr>
            <a:cxnSpLocks/>
          </p:cNvCxnSpPr>
          <p:nvPr/>
        </p:nvCxnSpPr>
        <p:spPr>
          <a:xfrm>
            <a:off x="2337103" y="5115450"/>
            <a:ext cx="3952487" cy="0"/>
          </a:xfrm>
          <a:prstGeom prst="line">
            <a:avLst/>
          </a:prstGeom>
          <a:ln w="22225" cmpd="sng"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12164844-5459-4E43-8A60-3A1F6D3F2D02}"/>
              </a:ext>
            </a:extLst>
          </p:cNvPr>
          <p:cNvCxnSpPr>
            <a:cxnSpLocks/>
          </p:cNvCxnSpPr>
          <p:nvPr/>
        </p:nvCxnSpPr>
        <p:spPr>
          <a:xfrm>
            <a:off x="6289590" y="3772899"/>
            <a:ext cx="321275" cy="0"/>
          </a:xfrm>
          <a:prstGeom prst="straightConnector1">
            <a:avLst/>
          </a:prstGeom>
          <a:ln w="22225"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50474356-2983-D446-9847-8B5CBD740CBE}"/>
              </a:ext>
            </a:extLst>
          </p:cNvPr>
          <p:cNvSpPr txBox="1"/>
          <p:nvPr/>
        </p:nvSpPr>
        <p:spPr>
          <a:xfrm>
            <a:off x="6427402" y="3362137"/>
            <a:ext cx="24841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latin typeface="Centaur" panose="02030504050205020304" pitchFamily="18" charset="77"/>
              </a:rPr>
              <a:t>Components involved </a:t>
            </a:r>
          </a:p>
          <a:p>
            <a:pPr algn="ctr"/>
            <a:r>
              <a:rPr lang="en-US" sz="2200" dirty="0">
                <a:latin typeface="Centaur" panose="02030504050205020304" pitchFamily="18" charset="77"/>
              </a:rPr>
              <a:t>in the </a:t>
            </a:r>
            <a:r>
              <a:rPr lang="en-US" sz="2200" i="1" dirty="0">
                <a:latin typeface="Centaur" panose="02030504050205020304" pitchFamily="18" charset="77"/>
              </a:rPr>
              <a:t>commit</a:t>
            </a:r>
            <a:r>
              <a:rPr lang="en-US" sz="2200" dirty="0">
                <a:latin typeface="Centaur" panose="02030504050205020304" pitchFamily="18" charset="77"/>
              </a:rPr>
              <a:t> phase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78A95CA-227A-C54A-906B-4E7E6BE647E1}"/>
              </a:ext>
            </a:extLst>
          </p:cNvPr>
          <p:cNvSpPr txBox="1"/>
          <p:nvPr/>
        </p:nvSpPr>
        <p:spPr>
          <a:xfrm>
            <a:off x="3442212" y="654604"/>
            <a:ext cx="14445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u="sng" dirty="0">
                <a:latin typeface="Centaur" panose="02030504050205020304" pitchFamily="18" charset="77"/>
              </a:rPr>
              <a:t>Peer Process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380EC61-76F7-B948-A824-485D008BEC19}"/>
              </a:ext>
            </a:extLst>
          </p:cNvPr>
          <p:cNvSpPr/>
          <p:nvPr/>
        </p:nvSpPr>
        <p:spPr>
          <a:xfrm>
            <a:off x="6378190" y="4884269"/>
            <a:ext cx="320220" cy="300352"/>
          </a:xfrm>
          <a:prstGeom prst="rect">
            <a:avLst/>
          </a:prstGeom>
          <a:solidFill>
            <a:schemeClr val="bg1"/>
          </a:solidFill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7446D13-3FDE-FC4C-93CF-9EDD43FF60D0}"/>
              </a:ext>
            </a:extLst>
          </p:cNvPr>
          <p:cNvCxnSpPr>
            <a:cxnSpLocks/>
            <a:stCxn id="128" idx="3"/>
            <a:endCxn id="131" idx="1"/>
          </p:cNvCxnSpPr>
          <p:nvPr/>
        </p:nvCxnSpPr>
        <p:spPr>
          <a:xfrm flipV="1">
            <a:off x="6698410" y="5027658"/>
            <a:ext cx="221371" cy="6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15108784-20C8-B540-96B1-40D457733DAF}"/>
              </a:ext>
            </a:extLst>
          </p:cNvPr>
          <p:cNvSpPr txBox="1"/>
          <p:nvPr/>
        </p:nvSpPr>
        <p:spPr>
          <a:xfrm>
            <a:off x="6919781" y="4812214"/>
            <a:ext cx="18845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Centaur" panose="02030504050205020304" pitchFamily="18" charset="77"/>
              </a:rPr>
              <a:t>docker container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079A82F-CC41-2C44-8ADB-EB19EF2869B6}"/>
              </a:ext>
            </a:extLst>
          </p:cNvPr>
          <p:cNvSpPr/>
          <p:nvPr/>
        </p:nvSpPr>
        <p:spPr>
          <a:xfrm>
            <a:off x="2383640" y="4798491"/>
            <a:ext cx="3644322" cy="271655"/>
          </a:xfrm>
          <a:prstGeom prst="roundRect">
            <a:avLst/>
          </a:prstGeom>
          <a:solidFill>
            <a:srgbClr val="D5FC79"/>
          </a:solidFill>
          <a:ln>
            <a:solidFill>
              <a:srgbClr val="D5FC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entaur" panose="02030504050205020304" pitchFamily="18" charset="77"/>
              </a:rPr>
              <a:t>Committer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B3220C-D7CF-1147-9E2B-309F8F9BD906}"/>
              </a:ext>
            </a:extLst>
          </p:cNvPr>
          <p:cNvCxnSpPr/>
          <p:nvPr/>
        </p:nvCxnSpPr>
        <p:spPr>
          <a:xfrm>
            <a:off x="2337103" y="4756451"/>
            <a:ext cx="2377924" cy="0"/>
          </a:xfrm>
          <a:prstGeom prst="line">
            <a:avLst/>
          </a:prstGeom>
          <a:ln w="22225"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5547B0-3266-B04B-9F13-639664AE3304}"/>
              </a:ext>
            </a:extLst>
          </p:cNvPr>
          <p:cNvCxnSpPr/>
          <p:nvPr/>
        </p:nvCxnSpPr>
        <p:spPr>
          <a:xfrm>
            <a:off x="2337103" y="4756451"/>
            <a:ext cx="0" cy="358999"/>
          </a:xfrm>
          <a:prstGeom prst="line">
            <a:avLst/>
          </a:prstGeom>
          <a:ln w="22225"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D4D846C7-6A50-4E4E-A79C-A70F6CE63929}"/>
              </a:ext>
            </a:extLst>
          </p:cNvPr>
          <p:cNvSpPr/>
          <p:nvPr/>
        </p:nvSpPr>
        <p:spPr>
          <a:xfrm>
            <a:off x="2932014" y="3189908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3144FF-5EB2-FC4F-A741-952F5A8D1E8C}"/>
              </a:ext>
            </a:extLst>
          </p:cNvPr>
          <p:cNvSpPr/>
          <p:nvPr/>
        </p:nvSpPr>
        <p:spPr>
          <a:xfrm>
            <a:off x="3131708" y="3189912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19C9A44-2C0F-7944-BB8D-7D8415576124}"/>
              </a:ext>
            </a:extLst>
          </p:cNvPr>
          <p:cNvSpPr/>
          <p:nvPr/>
        </p:nvSpPr>
        <p:spPr>
          <a:xfrm>
            <a:off x="3336658" y="3195167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93D9052-9C58-E144-90D9-E89A37C80D14}"/>
              </a:ext>
            </a:extLst>
          </p:cNvPr>
          <p:cNvSpPr/>
          <p:nvPr/>
        </p:nvSpPr>
        <p:spPr>
          <a:xfrm>
            <a:off x="3531098" y="3189914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D1D611A-0123-5D47-A407-BBF794D79F7F}"/>
              </a:ext>
            </a:extLst>
          </p:cNvPr>
          <p:cNvSpPr/>
          <p:nvPr/>
        </p:nvSpPr>
        <p:spPr>
          <a:xfrm>
            <a:off x="3725538" y="3195172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C0C340D-7D2D-914F-8120-2C95A6A40A4C}"/>
              </a:ext>
            </a:extLst>
          </p:cNvPr>
          <p:cNvSpPr/>
          <p:nvPr/>
        </p:nvSpPr>
        <p:spPr>
          <a:xfrm>
            <a:off x="3331550" y="3960152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Cube 72">
            <a:extLst>
              <a:ext uri="{FF2B5EF4-FFF2-40B4-BE49-F238E27FC236}">
                <a16:creationId xmlns:a16="http://schemas.microsoft.com/office/drawing/2014/main" id="{3A4FA687-3DEE-3C4C-897B-338D2950E493}"/>
              </a:ext>
            </a:extLst>
          </p:cNvPr>
          <p:cNvSpPr/>
          <p:nvPr/>
        </p:nvSpPr>
        <p:spPr>
          <a:xfrm>
            <a:off x="6359610" y="4168537"/>
            <a:ext cx="320220" cy="300352"/>
          </a:xfrm>
          <a:prstGeom prst="cube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  <a:latin typeface="Centaur" panose="02030504050205020304" pitchFamily="18" charset="77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0309002-C501-2243-B048-8D05285FD00C}"/>
              </a:ext>
            </a:extLst>
          </p:cNvPr>
          <p:cNvSpPr/>
          <p:nvPr/>
        </p:nvSpPr>
        <p:spPr>
          <a:xfrm>
            <a:off x="6444125" y="4283786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Cube 75">
            <a:extLst>
              <a:ext uri="{FF2B5EF4-FFF2-40B4-BE49-F238E27FC236}">
                <a16:creationId xmlns:a16="http://schemas.microsoft.com/office/drawing/2014/main" id="{B3F23338-96A9-B14D-93FC-7063A8D14C75}"/>
              </a:ext>
            </a:extLst>
          </p:cNvPr>
          <p:cNvSpPr/>
          <p:nvPr/>
        </p:nvSpPr>
        <p:spPr>
          <a:xfrm>
            <a:off x="6351372" y="4469221"/>
            <a:ext cx="320220" cy="300352"/>
          </a:xfrm>
          <a:prstGeom prst="cub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bg1"/>
              </a:solidFill>
              <a:latin typeface="Centaur" panose="02030504050205020304" pitchFamily="18" charset="77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7C98A16-D9A4-DD4B-B2B0-FA49A06737C1}"/>
              </a:ext>
            </a:extLst>
          </p:cNvPr>
          <p:cNvSpPr/>
          <p:nvPr/>
        </p:nvSpPr>
        <p:spPr>
          <a:xfrm>
            <a:off x="6448241" y="4572113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C9D847AA-D689-E647-A70C-2D6259A58BAA}"/>
              </a:ext>
            </a:extLst>
          </p:cNvPr>
          <p:cNvSpPr/>
          <p:nvPr/>
        </p:nvSpPr>
        <p:spPr>
          <a:xfrm>
            <a:off x="6673695" y="4121530"/>
            <a:ext cx="172997" cy="671992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C459AB-E1F9-4847-9030-20E7837D7765}"/>
              </a:ext>
            </a:extLst>
          </p:cNvPr>
          <p:cNvSpPr txBox="1"/>
          <p:nvPr/>
        </p:nvSpPr>
        <p:spPr>
          <a:xfrm>
            <a:off x="6825321" y="4259072"/>
            <a:ext cx="1621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entaur" panose="02030504050205020304" pitchFamily="18" charset="77"/>
              </a:rPr>
              <a:t>Worker threads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E826D0F-AC74-8746-996E-33F964C1D7EE}"/>
              </a:ext>
            </a:extLst>
          </p:cNvPr>
          <p:cNvSpPr/>
          <p:nvPr/>
        </p:nvSpPr>
        <p:spPr>
          <a:xfrm>
            <a:off x="3915009" y="3186931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1D1110A-8E81-F54A-807B-DCD0F435AB72}"/>
              </a:ext>
            </a:extLst>
          </p:cNvPr>
          <p:cNvSpPr/>
          <p:nvPr/>
        </p:nvSpPr>
        <p:spPr>
          <a:xfrm>
            <a:off x="2738424" y="3194024"/>
            <a:ext cx="94593" cy="1557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45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49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23</cp:revision>
  <cp:lastPrinted>2019-07-28T03:02:24Z</cp:lastPrinted>
  <dcterms:created xsi:type="dcterms:W3CDTF">2019-07-12T18:26:36Z</dcterms:created>
  <dcterms:modified xsi:type="dcterms:W3CDTF">2019-07-28T05:20:13Z</dcterms:modified>
</cp:coreProperties>
</file>