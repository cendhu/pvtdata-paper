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941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F928-1FC3-4147-9585-3CE1523E2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18360-A6C4-EA4E-8F23-C1AFB3608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27D0F-DD7F-964A-9911-68D11741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C025-3EE2-794E-B5C7-2F76120A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644F7-FC7E-A545-932E-E2C27C79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3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0CA8-976D-6045-B1F1-FE6FDC8C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8C6D-9D3C-BE4F-A9E8-C29046EA7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F8B11-8C4E-664C-856C-06CF3AF5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2678-7A4F-2D4C-86EA-EAB87986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19ACF-3498-C049-9276-021D7E15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B631-EA8C-0E4E-A3C7-A6AB7627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3FCEB-4784-3844-893A-E52A3FF23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23994-0353-9A42-8A93-6B98157B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A39F6-1E05-A14E-9E69-B9079821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CC653-7054-9B4C-BF8E-A17D7307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5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B273-6CB8-2241-AC28-6C2A0671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3F77-7F8A-624C-AC65-ABE8C5F89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24F4A-5940-1C42-AEBB-B0E145FC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C3AAD-A45E-1A44-97ED-5E74D45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BD0F8-1069-7C4C-B34D-6EE9931D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CC372-E7AD-DE48-A969-E23D8DB5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6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E487-A95C-8A45-B3B1-CA964BEF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F0B98-8B1A-F440-8061-2A3C0F088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05801-C826-284D-955E-26792AA01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6DA3A-60DE-8048-9503-22C1F7082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469E5-2EFA-0D42-A507-F60F8C8BC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61109-28F3-0349-A452-17C846BF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2755F-323D-594F-944D-1B40EFD9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BAE9B-10D3-1049-9C8C-08CCB302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8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4B1D-B24C-7341-B9FF-8654A4C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2D642-6B82-374C-AC93-2FA8F1B9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82A9E-DA8C-4940-88A3-646FE129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064F3-C28B-1044-9763-EBED4041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6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65408-C60A-2546-969F-52947231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E7C90-D0D4-3742-A64A-755C1DA4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608AA-344D-F144-941A-CA65960F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2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E08C0-AC46-AF48-969E-CD9FB8DE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1E20-64B4-E645-958E-48B20EBB2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3E17F-88DD-9748-9FC2-85D6DA7F4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4A70C-AF80-5049-8593-0E550012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18FE6-5CEA-A349-A693-B30C2790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37B10-91F2-2748-BBF5-5A161003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4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A753-9D36-D04B-BC1D-DB6AF625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6E29F-8DAB-3143-BF7A-7B34D8E42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F7ACF-832A-074F-B66A-E436059E8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28E15-33E0-9644-AAB7-58D05AE5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AF40F-2CE2-4F4C-AA25-0BE85914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9321C-56FD-6E41-92BC-10B6A8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0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AE43-E2A4-CC42-AD48-9991E502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146B7-71E4-0947-9CD9-68254946E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6248-BBA3-3447-B77C-F000DFE7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FFD5D-8C35-1C47-9759-03923BD9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0DAE-846C-EF4C-BC9A-DA382F09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7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E3D6A-D890-634C-976D-2A960BF0E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CD4B-8A75-1A44-95ED-7B4FCEBCD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E0018-F218-6744-A894-88F34F1C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84C0-3F7E-F64B-A2D0-3D0227F0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572D5-E1FB-674B-A99E-6F7ABEA6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0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F4BC8-7010-584D-8E4F-7DDCF974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E7869-8F3A-0548-A743-867BD0BF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5632-0645-3F43-B354-0569060CF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F6D7F-9D22-AB44-86E5-3E391A0F27A8}" type="datetimeFigureOut">
              <a:rPr lang="en-US" smtClean="0"/>
              <a:t>11/20/19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529A3-A1BD-074F-8E0B-7F049A6A9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F6B6-3955-9F42-81CE-93E9617BA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C406-B9FD-084A-B287-2C6234DB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904518-6BD9-A84D-B004-EDFA0DC4CB69}"/>
              </a:ext>
            </a:extLst>
          </p:cNvPr>
          <p:cNvSpPr/>
          <p:nvPr/>
        </p:nvSpPr>
        <p:spPr>
          <a:xfrm>
            <a:off x="2207173" y="1765738"/>
            <a:ext cx="1828800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Cacao Farmer (C</a:t>
            </a:r>
            <a:r>
              <a:rPr lang="en-US" b="1" baseline="-25000" dirty="0">
                <a:latin typeface="Centaur" panose="02030504050205020304" pitchFamily="18" charset="77"/>
              </a:rPr>
              <a:t>2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8A9A6-E2A1-4E4A-80D7-FED41F1A9FB6}"/>
              </a:ext>
            </a:extLst>
          </p:cNvPr>
          <p:cNvSpPr/>
          <p:nvPr/>
        </p:nvSpPr>
        <p:spPr>
          <a:xfrm>
            <a:off x="2207173" y="1245476"/>
            <a:ext cx="1828800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Cacao Farmer (C</a:t>
            </a:r>
            <a:r>
              <a:rPr lang="en-US" b="1" baseline="-25000" dirty="0">
                <a:latin typeface="Centaur" panose="02030504050205020304" pitchFamily="18" charset="77"/>
              </a:rPr>
              <a:t>1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  <a:endParaRPr lang="en-US" b="1" baseline="-25000" dirty="0">
              <a:latin typeface="Centaur" panose="02030504050205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B42D7-9D24-CD47-B054-5BB54F7CD0C8}"/>
              </a:ext>
            </a:extLst>
          </p:cNvPr>
          <p:cNvSpPr/>
          <p:nvPr/>
        </p:nvSpPr>
        <p:spPr>
          <a:xfrm>
            <a:off x="2207172" y="2286000"/>
            <a:ext cx="1828800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Cacao Farmer (C</a:t>
            </a:r>
            <a:r>
              <a:rPr lang="en-US" b="1" baseline="-25000" dirty="0">
                <a:latin typeface="Centaur" panose="02030504050205020304" pitchFamily="18" charset="77"/>
              </a:rPr>
              <a:t>3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85891-1054-A547-8E07-49504A71D5C7}"/>
              </a:ext>
            </a:extLst>
          </p:cNvPr>
          <p:cNvSpPr/>
          <p:nvPr/>
        </p:nvSpPr>
        <p:spPr>
          <a:xfrm>
            <a:off x="4282967" y="1245476"/>
            <a:ext cx="1749973" cy="520262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Wholesale Cacao Supplier S</a:t>
            </a:r>
            <a:r>
              <a:rPr lang="en-US" b="1" baseline="-25000" dirty="0">
                <a:latin typeface="Centaur" panose="02030504050205020304" pitchFamily="18" charset="77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C76F0-64C9-5541-8E78-66A046932B85}"/>
              </a:ext>
            </a:extLst>
          </p:cNvPr>
          <p:cNvSpPr/>
          <p:nvPr/>
        </p:nvSpPr>
        <p:spPr>
          <a:xfrm>
            <a:off x="4272458" y="2060028"/>
            <a:ext cx="1749972" cy="520262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Wholesale Cacao Supplier S</a:t>
            </a:r>
            <a:r>
              <a:rPr lang="en-US" b="1" baseline="-25000" dirty="0">
                <a:latin typeface="Centaur" panose="02030504050205020304" pitchFamily="18" charset="77"/>
              </a:rPr>
              <a:t>2</a:t>
            </a:r>
            <a:endParaRPr lang="en-US" b="1" dirty="0">
              <a:latin typeface="Centaur" panose="02030504050205020304" pitchFamily="18" charset="77"/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F6BD7C1E-76D2-4C45-8B9F-62F33EB2741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035973" y="1392621"/>
            <a:ext cx="246994" cy="11298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A1C3425-F165-414D-B390-4789F0AB851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035973" y="1912883"/>
            <a:ext cx="236485" cy="40727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A96C8D0-73A4-9F43-9590-8928CCBCD6F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035972" y="2320159"/>
            <a:ext cx="236486" cy="11298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CB98511-70D8-0F4E-B8A9-C59C183303B5}"/>
              </a:ext>
            </a:extLst>
          </p:cNvPr>
          <p:cNvSpPr/>
          <p:nvPr/>
        </p:nvSpPr>
        <p:spPr>
          <a:xfrm>
            <a:off x="2207172" y="2766847"/>
            <a:ext cx="1828800" cy="294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Dairy Farmer (M</a:t>
            </a:r>
            <a:r>
              <a:rPr lang="en-US" b="1" baseline="-25000" dirty="0">
                <a:solidFill>
                  <a:schemeClr val="tx1"/>
                </a:solidFill>
                <a:latin typeface="Centaur" panose="02030504050205020304" pitchFamily="18" charset="77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)</a:t>
            </a:r>
            <a:endParaRPr lang="en-US" b="1" baseline="-25000" dirty="0">
              <a:solidFill>
                <a:schemeClr val="tx1"/>
              </a:solidFill>
              <a:latin typeface="Centaur" panose="02030504050205020304" pitchFamily="18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014168-CEA8-2647-8BA2-C480CBA0DFA5}"/>
              </a:ext>
            </a:extLst>
          </p:cNvPr>
          <p:cNvSpPr/>
          <p:nvPr/>
        </p:nvSpPr>
        <p:spPr>
          <a:xfrm>
            <a:off x="2207172" y="3216166"/>
            <a:ext cx="1828800" cy="294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Dairy Farmer (M</a:t>
            </a:r>
            <a:r>
              <a:rPr lang="en-US" b="1" baseline="-25000" dirty="0">
                <a:solidFill>
                  <a:schemeClr val="tx1"/>
                </a:solidFill>
                <a:latin typeface="Centaur" panose="02030504050205020304" pitchFamily="18" charset="77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)</a:t>
            </a:r>
            <a:endParaRPr lang="en-US" b="1" baseline="-25000" dirty="0">
              <a:solidFill>
                <a:schemeClr val="tx1"/>
              </a:solidFill>
              <a:latin typeface="Centaur" panose="02030504050205020304" pitchFamily="18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D7FD-D062-7B42-BB93-FB728DCF0473}"/>
              </a:ext>
            </a:extLst>
          </p:cNvPr>
          <p:cNvSpPr/>
          <p:nvPr/>
        </p:nvSpPr>
        <p:spPr>
          <a:xfrm>
            <a:off x="4272458" y="2871952"/>
            <a:ext cx="1749972" cy="5202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Wholesale Dairy Supplier (S</a:t>
            </a:r>
            <a:r>
              <a:rPr lang="en-US" b="1" baseline="-25000" dirty="0">
                <a:solidFill>
                  <a:schemeClr val="tx1"/>
                </a:solidFill>
                <a:latin typeface="Centaur" panose="02030504050205020304" pitchFamily="18" charset="77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entaur" panose="02030504050205020304" pitchFamily="18" charset="77"/>
              </a:rPr>
              <a:t>)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8F1523F-E917-CA46-A791-6D52E2B92D7F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035972" y="2913992"/>
            <a:ext cx="236486" cy="218091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3B09205-17B5-6346-8EE2-CF3AF34F3DF7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4035972" y="3132083"/>
            <a:ext cx="236486" cy="23122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1A3CCA7-5B3B-0C47-9B36-2329EB9F4886}"/>
              </a:ext>
            </a:extLst>
          </p:cNvPr>
          <p:cNvSpPr/>
          <p:nvPr/>
        </p:nvSpPr>
        <p:spPr>
          <a:xfrm>
            <a:off x="6232644" y="2021931"/>
            <a:ext cx="1418896" cy="61222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Chocolate </a:t>
            </a:r>
          </a:p>
          <a:p>
            <a:pPr algn="ctr"/>
            <a:r>
              <a:rPr lang="en-US" b="1" dirty="0">
                <a:latin typeface="Centaur" panose="02030504050205020304" pitchFamily="18" charset="77"/>
              </a:rPr>
              <a:t>Manufacturer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32EBE84-C6E2-D74E-B90D-310FA19C42C1}"/>
              </a:ext>
            </a:extLst>
          </p:cNvPr>
          <p:cNvCxnSpPr>
            <a:stCxn id="7" idx="3"/>
            <a:endCxn id="28" idx="1"/>
          </p:cNvCxnSpPr>
          <p:nvPr/>
        </p:nvCxnSpPr>
        <p:spPr>
          <a:xfrm>
            <a:off x="6032940" y="1505607"/>
            <a:ext cx="199704" cy="82243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9EA741D9-824A-7644-A7BB-5874612BB9CC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6022430" y="2320159"/>
            <a:ext cx="210214" cy="788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677743CE-2CE4-EC4F-9E36-9C00165BE04A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 flipV="1">
            <a:off x="6022430" y="2328045"/>
            <a:ext cx="210214" cy="80403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240ADD8-5D97-F345-9BF2-973F11E165BA}"/>
              </a:ext>
            </a:extLst>
          </p:cNvPr>
          <p:cNvSpPr/>
          <p:nvPr/>
        </p:nvSpPr>
        <p:spPr>
          <a:xfrm>
            <a:off x="6232644" y="1344014"/>
            <a:ext cx="1418896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Distributor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D90F35-7845-B54B-998D-0DB678A91F00}"/>
              </a:ext>
            </a:extLst>
          </p:cNvPr>
          <p:cNvSpPr/>
          <p:nvPr/>
        </p:nvSpPr>
        <p:spPr>
          <a:xfrm>
            <a:off x="6232644" y="2995452"/>
            <a:ext cx="1418896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Distributor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CF5EB-E4AE-1944-A35A-F8BD1632F664}"/>
              </a:ext>
            </a:extLst>
          </p:cNvPr>
          <p:cNvSpPr/>
          <p:nvPr/>
        </p:nvSpPr>
        <p:spPr>
          <a:xfrm>
            <a:off x="7909042" y="1445173"/>
            <a:ext cx="1418896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Retailer (R</a:t>
            </a:r>
            <a:r>
              <a:rPr lang="en-US" b="1" baseline="-25000" dirty="0">
                <a:latin typeface="Centaur" panose="02030504050205020304" pitchFamily="18" charset="77"/>
                <a:cs typeface="Georgia Pro Semibold" panose="020F0502020204030204" pitchFamily="34" charset="0"/>
              </a:rPr>
              <a:t>1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  <a:endParaRPr lang="en-US" b="1" baseline="-25000" dirty="0">
              <a:latin typeface="Centaur" panose="02030504050205020304" pitchFamily="18" charset="77"/>
              <a:cs typeface="Georgia Pro Semibold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D07F2A-FC31-0641-AD01-A17DE830469F}"/>
              </a:ext>
            </a:extLst>
          </p:cNvPr>
          <p:cNvSpPr/>
          <p:nvPr/>
        </p:nvSpPr>
        <p:spPr>
          <a:xfrm>
            <a:off x="7909042" y="1857706"/>
            <a:ext cx="1418896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Retailer (R</a:t>
            </a:r>
            <a:r>
              <a:rPr lang="en-US" b="1" baseline="-25000" dirty="0">
                <a:latin typeface="Centaur" panose="02030504050205020304" pitchFamily="18" charset="77"/>
                <a:cs typeface="Georgia Pro Semibold" panose="020F0502020204030204" pitchFamily="34" charset="0"/>
              </a:rPr>
              <a:t>2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DCAEE5-73F3-EF46-88A2-9157B9383E1B}"/>
              </a:ext>
            </a:extLst>
          </p:cNvPr>
          <p:cNvSpPr/>
          <p:nvPr/>
        </p:nvSpPr>
        <p:spPr>
          <a:xfrm>
            <a:off x="7898534" y="2722178"/>
            <a:ext cx="1418896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Retailer (R</a:t>
            </a:r>
            <a:r>
              <a:rPr lang="en-US" b="1" baseline="-25000" dirty="0">
                <a:latin typeface="Centaur" panose="02030504050205020304" pitchFamily="18" charset="77"/>
                <a:cs typeface="Georgia Pro Semibold" panose="020F0502020204030204" pitchFamily="34" charset="0"/>
              </a:rPr>
              <a:t>3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3B83BD-0345-5A45-A449-ED27478E2505}"/>
              </a:ext>
            </a:extLst>
          </p:cNvPr>
          <p:cNvCxnSpPr>
            <a:cxnSpLocks/>
            <a:stCxn id="28" idx="0"/>
            <a:endCxn id="36" idx="2"/>
          </p:cNvCxnSpPr>
          <p:nvPr/>
        </p:nvCxnSpPr>
        <p:spPr>
          <a:xfrm flipV="1">
            <a:off x="6942092" y="1638304"/>
            <a:ext cx="0" cy="38362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222D01-99A3-9C44-A5F2-500510D714C1}"/>
              </a:ext>
            </a:extLst>
          </p:cNvPr>
          <p:cNvCxnSpPr>
            <a:stCxn id="28" idx="2"/>
            <a:endCxn id="37" idx="0"/>
          </p:cNvCxnSpPr>
          <p:nvPr/>
        </p:nvCxnSpPr>
        <p:spPr>
          <a:xfrm>
            <a:off x="6942092" y="2634158"/>
            <a:ext cx="0" cy="36129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5701F98A-81D8-1141-A06F-5AD664C2444C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7651540" y="1491159"/>
            <a:ext cx="257502" cy="101159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5D6111E-F77C-B647-BEF0-5E6235219DC7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7651540" y="1491159"/>
            <a:ext cx="257502" cy="513692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80E5F15-3E2F-3844-BF52-944916C51A69}"/>
              </a:ext>
            </a:extLst>
          </p:cNvPr>
          <p:cNvSpPr/>
          <p:nvPr/>
        </p:nvSpPr>
        <p:spPr>
          <a:xfrm>
            <a:off x="7898534" y="3103178"/>
            <a:ext cx="1418896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Retailer (R</a:t>
            </a:r>
            <a:r>
              <a:rPr lang="en-US" b="1" baseline="-25000" dirty="0">
                <a:latin typeface="Centaur" panose="02030504050205020304" pitchFamily="18" charset="77"/>
                <a:cs typeface="Georgia Pro Semibold" panose="020F0502020204030204" pitchFamily="34" charset="0"/>
              </a:rPr>
              <a:t>4</a:t>
            </a:r>
            <a:r>
              <a:rPr lang="en-US" b="1" dirty="0">
                <a:latin typeface="Centaur" panose="02030504050205020304" pitchFamily="18" charset="77"/>
              </a:rPr>
              <a:t>)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DF33F80-62F8-404C-8F64-0CF95F23821E}"/>
              </a:ext>
            </a:extLst>
          </p:cNvPr>
          <p:cNvCxnSpPr>
            <a:stCxn id="37" idx="3"/>
            <a:endCxn id="40" idx="1"/>
          </p:cNvCxnSpPr>
          <p:nvPr/>
        </p:nvCxnSpPr>
        <p:spPr>
          <a:xfrm flipV="1">
            <a:off x="7651540" y="2869323"/>
            <a:ext cx="246994" cy="273274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9C814DC6-A712-6E40-BB3D-2901D69CC596}"/>
              </a:ext>
            </a:extLst>
          </p:cNvPr>
          <p:cNvCxnSpPr>
            <a:stCxn id="37" idx="3"/>
            <a:endCxn id="63" idx="1"/>
          </p:cNvCxnSpPr>
          <p:nvPr/>
        </p:nvCxnSpPr>
        <p:spPr>
          <a:xfrm>
            <a:off x="7651540" y="3142597"/>
            <a:ext cx="246994" cy="10772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8622DE-F27B-7845-9E08-C5D9A6C76334}"/>
              </a:ext>
            </a:extLst>
          </p:cNvPr>
          <p:cNvSpPr/>
          <p:nvPr/>
        </p:nvSpPr>
        <p:spPr>
          <a:xfrm>
            <a:off x="8156034" y="2309648"/>
            <a:ext cx="1224460" cy="26013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  <a:cs typeface="Times New Roman" panose="02020603050405020304" pitchFamily="18" charset="0"/>
              </a:rPr>
              <a:t>Customers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E32FB7C-7140-7248-BBA3-335892980487}"/>
              </a:ext>
            </a:extLst>
          </p:cNvPr>
          <p:cNvCxnSpPr>
            <a:cxnSpLocks/>
            <a:stCxn id="63" idx="0"/>
            <a:endCxn id="3" idx="3"/>
          </p:cNvCxnSpPr>
          <p:nvPr/>
        </p:nvCxnSpPr>
        <p:spPr>
          <a:xfrm rot="5400000" flipH="1" flipV="1">
            <a:off x="8662506" y="2385190"/>
            <a:ext cx="663464" cy="772512"/>
          </a:xfrm>
          <a:prstGeom prst="bentConnector4">
            <a:avLst>
              <a:gd name="adj1" fmla="val 6931"/>
              <a:gd name="adj2" fmla="val 129592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0EC35D33-4F96-364E-826D-DF59D81930C5}"/>
              </a:ext>
            </a:extLst>
          </p:cNvPr>
          <p:cNvCxnSpPr>
            <a:stCxn id="40" idx="0"/>
            <a:endCxn id="3" idx="2"/>
          </p:cNvCxnSpPr>
          <p:nvPr/>
        </p:nvCxnSpPr>
        <p:spPr>
          <a:xfrm rot="5400000" flipH="1" flipV="1">
            <a:off x="8611924" y="2565838"/>
            <a:ext cx="152399" cy="160282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125475A-5C2B-B243-8FFB-BAD776D2F8E7}"/>
              </a:ext>
            </a:extLst>
          </p:cNvPr>
          <p:cNvCxnSpPr>
            <a:stCxn id="39" idx="2"/>
            <a:endCxn id="3" idx="0"/>
          </p:cNvCxnSpPr>
          <p:nvPr/>
        </p:nvCxnSpPr>
        <p:spPr>
          <a:xfrm rot="16200000" flipH="1">
            <a:off x="8614551" y="2155935"/>
            <a:ext cx="157652" cy="149774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3BD38C6-D5E0-1241-8DE4-A1F371B8945F}"/>
              </a:ext>
            </a:extLst>
          </p:cNvPr>
          <p:cNvCxnSpPr>
            <a:cxnSpLocks/>
            <a:stCxn id="38" idx="2"/>
            <a:endCxn id="3" idx="3"/>
          </p:cNvCxnSpPr>
          <p:nvPr/>
        </p:nvCxnSpPr>
        <p:spPr>
          <a:xfrm rot="16200000" flipH="1">
            <a:off x="8649367" y="1708586"/>
            <a:ext cx="700251" cy="762004"/>
          </a:xfrm>
          <a:prstGeom prst="bentConnector4">
            <a:avLst>
              <a:gd name="adj1" fmla="val 10694"/>
              <a:gd name="adj2" fmla="val 13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26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60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9</cp:revision>
  <dcterms:created xsi:type="dcterms:W3CDTF">2019-11-16T14:27:15Z</dcterms:created>
  <dcterms:modified xsi:type="dcterms:W3CDTF">2019-11-20T15:17:10Z</dcterms:modified>
</cp:coreProperties>
</file>