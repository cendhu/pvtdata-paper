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151193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7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40FF"/>
    <a:srgbClr val="31F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94"/>
  </p:normalViewPr>
  <p:slideViewPr>
    <p:cSldViewPr snapToGrid="0" snapToObjects="1">
      <p:cViewPr>
        <p:scale>
          <a:sx n="85" d="100"/>
          <a:sy n="85" d="100"/>
        </p:scale>
        <p:origin x="144" y="1104"/>
      </p:cViewPr>
      <p:guideLst>
        <p:guide orient="horz" pos="2160"/>
        <p:guide pos="47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7D3D-5057-9E4C-B3EF-28F7C75C27C2}" type="datetimeFigureOut">
              <a:rPr lang="en-US" smtClean="0"/>
              <a:t>8/12/20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" y="1143000"/>
            <a:ext cx="6800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C0DCB-FB09-6B4D-BA1C-214C36EC9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21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" y="1143000"/>
            <a:ext cx="68008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C0DCB-FB09-6B4D-BA1C-214C36EC9A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19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19" y="1122363"/>
            <a:ext cx="1133951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3602038"/>
            <a:ext cx="1133951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88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8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1" y="1709739"/>
            <a:ext cx="13040439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1" y="4589464"/>
            <a:ext cx="1304043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38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1825625"/>
            <a:ext cx="64257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1825625"/>
            <a:ext cx="64257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8/12/20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9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365126"/>
            <a:ext cx="13040439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5" y="1681163"/>
            <a:ext cx="639619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5" y="2505075"/>
            <a:ext cx="6396193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1" y="1681163"/>
            <a:ext cx="642769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1" y="2505075"/>
            <a:ext cx="6427693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8/12/20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3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8/12/20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4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8/12/20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2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457200"/>
            <a:ext cx="487638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987426"/>
            <a:ext cx="765417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2057400"/>
            <a:ext cx="487638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8/12/20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358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457200"/>
            <a:ext cx="487638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987426"/>
            <a:ext cx="765417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2057400"/>
            <a:ext cx="487638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8/12/20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7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3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5" y="365125"/>
            <a:ext cx="326011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5" y="365125"/>
            <a:ext cx="9591338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26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365126"/>
            <a:ext cx="130404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1825625"/>
            <a:ext cx="1304043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6356351"/>
            <a:ext cx="34018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DDA65-A89A-E54D-83BD-68B6DA6E5452}" type="datetimeFigureOut">
              <a:rPr lang="en-US" smtClean="0"/>
              <a:t>8/12/20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6356351"/>
            <a:ext cx="510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6356351"/>
            <a:ext cx="34018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48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31A547-DFC0-7B4B-A2F0-534556799946}"/>
              </a:ext>
            </a:extLst>
          </p:cNvPr>
          <p:cNvCxnSpPr>
            <a:cxnSpLocks/>
          </p:cNvCxnSpPr>
          <p:nvPr/>
        </p:nvCxnSpPr>
        <p:spPr>
          <a:xfrm flipH="1">
            <a:off x="9974298" y="2073906"/>
            <a:ext cx="6557" cy="2253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6F8590-F623-1F42-9C92-20D83A45046F}"/>
              </a:ext>
            </a:extLst>
          </p:cNvPr>
          <p:cNvCxnSpPr>
            <a:cxnSpLocks/>
          </p:cNvCxnSpPr>
          <p:nvPr/>
        </p:nvCxnSpPr>
        <p:spPr>
          <a:xfrm flipH="1">
            <a:off x="10813069" y="2073906"/>
            <a:ext cx="5211" cy="22419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958D4B-723E-2D47-BA54-1644FCA200CB}"/>
              </a:ext>
            </a:extLst>
          </p:cNvPr>
          <p:cNvCxnSpPr>
            <a:cxnSpLocks/>
          </p:cNvCxnSpPr>
          <p:nvPr/>
        </p:nvCxnSpPr>
        <p:spPr>
          <a:xfrm>
            <a:off x="11530448" y="2072720"/>
            <a:ext cx="7313" cy="22431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53F3BE-54C0-0546-8399-2CB386EF55DF}"/>
              </a:ext>
            </a:extLst>
          </p:cNvPr>
          <p:cNvCxnSpPr>
            <a:cxnSpLocks/>
          </p:cNvCxnSpPr>
          <p:nvPr/>
        </p:nvCxnSpPr>
        <p:spPr>
          <a:xfrm>
            <a:off x="9980855" y="2451271"/>
            <a:ext cx="837424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A22B929-D41E-5A49-A799-683582E9FAF5}"/>
              </a:ext>
            </a:extLst>
          </p:cNvPr>
          <p:cNvCxnSpPr>
            <a:cxnSpLocks/>
          </p:cNvCxnSpPr>
          <p:nvPr/>
        </p:nvCxnSpPr>
        <p:spPr>
          <a:xfrm flipV="1">
            <a:off x="9993680" y="2526428"/>
            <a:ext cx="1534183" cy="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122D5A6-61CC-AD47-84BD-F844201D6665}"/>
              </a:ext>
            </a:extLst>
          </p:cNvPr>
          <p:cNvSpPr/>
          <p:nvPr/>
        </p:nvSpPr>
        <p:spPr>
          <a:xfrm>
            <a:off x="9980313" y="2232323"/>
            <a:ext cx="175364" cy="1894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2E4159-4102-A547-A638-7B05FB54D683}"/>
              </a:ext>
            </a:extLst>
          </p:cNvPr>
          <p:cNvSpPr txBox="1"/>
          <p:nvPr/>
        </p:nvSpPr>
        <p:spPr>
          <a:xfrm>
            <a:off x="10101277" y="2159807"/>
            <a:ext cx="10887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EF5D16-3FC7-4441-966F-D1A95BF2B544}"/>
              </a:ext>
            </a:extLst>
          </p:cNvPr>
          <p:cNvCxnSpPr>
            <a:cxnSpLocks/>
          </p:cNvCxnSpPr>
          <p:nvPr/>
        </p:nvCxnSpPr>
        <p:spPr>
          <a:xfrm flipH="1">
            <a:off x="9980858" y="2764674"/>
            <a:ext cx="1547005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CC6C0C3-DDF0-D646-8542-1E3A2E3FF1BE}"/>
              </a:ext>
            </a:extLst>
          </p:cNvPr>
          <p:cNvCxnSpPr>
            <a:cxnSpLocks/>
          </p:cNvCxnSpPr>
          <p:nvPr/>
        </p:nvCxnSpPr>
        <p:spPr>
          <a:xfrm flipH="1">
            <a:off x="9993383" y="2699202"/>
            <a:ext cx="824896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0F658F47-9A65-2343-814A-160077954890}"/>
              </a:ext>
            </a:extLst>
          </p:cNvPr>
          <p:cNvSpPr/>
          <p:nvPr/>
        </p:nvSpPr>
        <p:spPr>
          <a:xfrm>
            <a:off x="10325098" y="2796575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92663A-F50A-8E42-B584-2BF734C88C8D}"/>
              </a:ext>
            </a:extLst>
          </p:cNvPr>
          <p:cNvSpPr txBox="1"/>
          <p:nvPr/>
        </p:nvSpPr>
        <p:spPr>
          <a:xfrm>
            <a:off x="10447846" y="2739097"/>
            <a:ext cx="18702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read-write set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7AF2CE6-ED3E-1E4D-B1E1-7D140F8A4C89}"/>
              </a:ext>
            </a:extLst>
          </p:cNvPr>
          <p:cNvCxnSpPr>
            <a:cxnSpLocks/>
          </p:cNvCxnSpPr>
          <p:nvPr/>
        </p:nvCxnSpPr>
        <p:spPr>
          <a:xfrm flipV="1">
            <a:off x="9980855" y="3294329"/>
            <a:ext cx="3768386" cy="1503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3B8752D-39F2-814D-BDDE-AAEC396BA2B9}"/>
              </a:ext>
            </a:extLst>
          </p:cNvPr>
          <p:cNvSpPr/>
          <p:nvPr/>
        </p:nvSpPr>
        <p:spPr>
          <a:xfrm>
            <a:off x="10156930" y="3074874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058434-5EDB-9042-AB0A-81D1D1B17120}"/>
              </a:ext>
            </a:extLst>
          </p:cNvPr>
          <p:cNvSpPr txBox="1"/>
          <p:nvPr/>
        </p:nvSpPr>
        <p:spPr>
          <a:xfrm>
            <a:off x="10271547" y="3020781"/>
            <a:ext cx="21515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broadcast read-write set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5F5AD30-D69A-9941-ADA5-4EFEB26D9BA8}"/>
              </a:ext>
            </a:extLst>
          </p:cNvPr>
          <p:cNvCxnSpPr>
            <a:cxnSpLocks/>
          </p:cNvCxnSpPr>
          <p:nvPr/>
        </p:nvCxnSpPr>
        <p:spPr>
          <a:xfrm>
            <a:off x="12259841" y="2084028"/>
            <a:ext cx="0" cy="22318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C0D06FF-3F1B-B54B-A482-B9535EF2EA2D}"/>
              </a:ext>
            </a:extLst>
          </p:cNvPr>
          <p:cNvSpPr txBox="1"/>
          <p:nvPr/>
        </p:nvSpPr>
        <p:spPr>
          <a:xfrm>
            <a:off x="10811424" y="4019627"/>
            <a:ext cx="25010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&amp; commit phases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EE9AEA-362A-7342-9561-9D26C51EB1AA}"/>
              </a:ext>
            </a:extLst>
          </p:cNvPr>
          <p:cNvSpPr/>
          <p:nvPr/>
        </p:nvSpPr>
        <p:spPr>
          <a:xfrm>
            <a:off x="9622751" y="1822582"/>
            <a:ext cx="734691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C4274D9-F89A-D042-A72D-407258F012CE}"/>
              </a:ext>
            </a:extLst>
          </p:cNvPr>
          <p:cNvSpPr/>
          <p:nvPr/>
        </p:nvSpPr>
        <p:spPr>
          <a:xfrm>
            <a:off x="10496103" y="1816420"/>
            <a:ext cx="674709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 1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6398FF9-7BE8-8F4C-AF6A-19EAC734EA3F}"/>
              </a:ext>
            </a:extLst>
          </p:cNvPr>
          <p:cNvSpPr/>
          <p:nvPr/>
        </p:nvSpPr>
        <p:spPr>
          <a:xfrm>
            <a:off x="11165396" y="1822582"/>
            <a:ext cx="743311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 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65B73A6-0FEA-794E-82C3-7DF13636CADB}"/>
              </a:ext>
            </a:extLst>
          </p:cNvPr>
          <p:cNvSpPr/>
          <p:nvPr/>
        </p:nvSpPr>
        <p:spPr>
          <a:xfrm>
            <a:off x="11888186" y="1824452"/>
            <a:ext cx="743311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 3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37DDBFB-E32A-E14F-9195-DA583EE113A6}"/>
              </a:ext>
            </a:extLst>
          </p:cNvPr>
          <p:cNvSpPr/>
          <p:nvPr/>
        </p:nvSpPr>
        <p:spPr>
          <a:xfrm>
            <a:off x="11542970" y="2543020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E85BE12-42D0-F74D-B039-7F1E4FBAAD3C}"/>
              </a:ext>
            </a:extLst>
          </p:cNvPr>
          <p:cNvSpPr/>
          <p:nvPr/>
        </p:nvSpPr>
        <p:spPr>
          <a:xfrm>
            <a:off x="10864348" y="2539405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2B94584-CADE-0544-A3CB-E3E1B723A392}"/>
              </a:ext>
            </a:extLst>
          </p:cNvPr>
          <p:cNvCxnSpPr>
            <a:cxnSpLocks/>
          </p:cNvCxnSpPr>
          <p:nvPr/>
        </p:nvCxnSpPr>
        <p:spPr>
          <a:xfrm flipH="1">
            <a:off x="13746401" y="2084028"/>
            <a:ext cx="13351" cy="22318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1BA5D99E-41B8-054B-80BD-BF431151CB8B}"/>
              </a:ext>
            </a:extLst>
          </p:cNvPr>
          <p:cNvSpPr/>
          <p:nvPr/>
        </p:nvSpPr>
        <p:spPr>
          <a:xfrm>
            <a:off x="13276042" y="1824452"/>
            <a:ext cx="891483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Orderers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95018A3-6D13-1C4F-8346-B0C63574E66C}"/>
              </a:ext>
            </a:extLst>
          </p:cNvPr>
          <p:cNvCxnSpPr>
            <a:cxnSpLocks/>
          </p:cNvCxnSpPr>
          <p:nvPr/>
        </p:nvCxnSpPr>
        <p:spPr>
          <a:xfrm>
            <a:off x="14028002" y="2084028"/>
            <a:ext cx="0" cy="22318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086C4E0-F9AE-D548-8DF1-FBBA40F2A91A}"/>
              </a:ext>
            </a:extLst>
          </p:cNvPr>
          <p:cNvCxnSpPr>
            <a:cxnSpLocks/>
          </p:cNvCxnSpPr>
          <p:nvPr/>
        </p:nvCxnSpPr>
        <p:spPr>
          <a:xfrm>
            <a:off x="13473135" y="2089314"/>
            <a:ext cx="0" cy="22265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08307253-A723-2C4F-B3BC-1408D3E448D0}"/>
              </a:ext>
            </a:extLst>
          </p:cNvPr>
          <p:cNvSpPr/>
          <p:nvPr/>
        </p:nvSpPr>
        <p:spPr>
          <a:xfrm>
            <a:off x="13767096" y="3279256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4F59374-A17F-9A45-AF01-F3F07613B2EA}"/>
              </a:ext>
            </a:extLst>
          </p:cNvPr>
          <p:cNvCxnSpPr>
            <a:cxnSpLocks/>
          </p:cNvCxnSpPr>
          <p:nvPr/>
        </p:nvCxnSpPr>
        <p:spPr>
          <a:xfrm flipH="1">
            <a:off x="12259840" y="3692500"/>
            <a:ext cx="1768162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7339D7-4E02-3A42-ABBC-165938E278C2}"/>
              </a:ext>
            </a:extLst>
          </p:cNvPr>
          <p:cNvCxnSpPr>
            <a:cxnSpLocks/>
          </p:cNvCxnSpPr>
          <p:nvPr/>
        </p:nvCxnSpPr>
        <p:spPr>
          <a:xfrm flipH="1">
            <a:off x="11552059" y="3776584"/>
            <a:ext cx="2197182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6A0F108-907D-144C-ADFD-FC1269CAEF3B}"/>
              </a:ext>
            </a:extLst>
          </p:cNvPr>
          <p:cNvCxnSpPr>
            <a:cxnSpLocks/>
          </p:cNvCxnSpPr>
          <p:nvPr/>
        </p:nvCxnSpPr>
        <p:spPr>
          <a:xfrm flipH="1">
            <a:off x="10818279" y="3860667"/>
            <a:ext cx="2654857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FCD8D07-656C-134F-AB38-683CB5153B68}"/>
              </a:ext>
            </a:extLst>
          </p:cNvPr>
          <p:cNvSpPr txBox="1"/>
          <p:nvPr/>
        </p:nvSpPr>
        <p:spPr>
          <a:xfrm>
            <a:off x="12188221" y="3381887"/>
            <a:ext cx="721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4F68749-AED2-1840-AB81-1401A0946706}"/>
              </a:ext>
            </a:extLst>
          </p:cNvPr>
          <p:cNvSpPr/>
          <p:nvPr/>
        </p:nvSpPr>
        <p:spPr>
          <a:xfrm>
            <a:off x="12049159" y="3438126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FA9D543-5B76-E14A-A6C1-E49961FD4834}"/>
              </a:ext>
            </a:extLst>
          </p:cNvPr>
          <p:cNvCxnSpPr>
            <a:cxnSpLocks/>
          </p:cNvCxnSpPr>
          <p:nvPr/>
        </p:nvCxnSpPr>
        <p:spPr>
          <a:xfrm>
            <a:off x="12959601" y="2090408"/>
            <a:ext cx="0" cy="22254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EDB3A63C-C0F2-C143-A9B4-6016BFCCCA3F}"/>
              </a:ext>
            </a:extLst>
          </p:cNvPr>
          <p:cNvSpPr/>
          <p:nvPr/>
        </p:nvSpPr>
        <p:spPr>
          <a:xfrm>
            <a:off x="12587946" y="1830832"/>
            <a:ext cx="743311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 4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6EA46C4-9C2A-A445-A274-AB9868A26574}"/>
              </a:ext>
            </a:extLst>
          </p:cNvPr>
          <p:cNvCxnSpPr>
            <a:cxnSpLocks/>
          </p:cNvCxnSpPr>
          <p:nvPr/>
        </p:nvCxnSpPr>
        <p:spPr>
          <a:xfrm>
            <a:off x="403074" y="2071252"/>
            <a:ext cx="0" cy="22419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E4A3E70-BABF-3643-A99E-60BF0F5CB71A}"/>
              </a:ext>
            </a:extLst>
          </p:cNvPr>
          <p:cNvCxnSpPr>
            <a:cxnSpLocks/>
          </p:cNvCxnSpPr>
          <p:nvPr/>
        </p:nvCxnSpPr>
        <p:spPr>
          <a:xfrm flipH="1">
            <a:off x="1235288" y="2071252"/>
            <a:ext cx="5211" cy="22419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238572A-279D-3140-92AE-CA3DC1B799DA}"/>
              </a:ext>
            </a:extLst>
          </p:cNvPr>
          <p:cNvCxnSpPr>
            <a:cxnSpLocks/>
          </p:cNvCxnSpPr>
          <p:nvPr/>
        </p:nvCxnSpPr>
        <p:spPr>
          <a:xfrm>
            <a:off x="1952667" y="2070066"/>
            <a:ext cx="7313" cy="22431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71B3327A-EFCE-484D-A302-2FC25D21B3F8}"/>
              </a:ext>
            </a:extLst>
          </p:cNvPr>
          <p:cNvCxnSpPr>
            <a:cxnSpLocks/>
          </p:cNvCxnSpPr>
          <p:nvPr/>
        </p:nvCxnSpPr>
        <p:spPr>
          <a:xfrm flipV="1">
            <a:off x="403074" y="2418505"/>
            <a:ext cx="3772220" cy="3011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3D5E066A-E7E2-8043-9CE2-1E6BCF0170C6}"/>
              </a:ext>
            </a:extLst>
          </p:cNvPr>
          <p:cNvSpPr/>
          <p:nvPr/>
        </p:nvSpPr>
        <p:spPr>
          <a:xfrm>
            <a:off x="402532" y="2229669"/>
            <a:ext cx="175364" cy="1894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E781027-74E6-084D-8BBB-024D55B2217E}"/>
              </a:ext>
            </a:extLst>
          </p:cNvPr>
          <p:cNvSpPr txBox="1"/>
          <p:nvPr/>
        </p:nvSpPr>
        <p:spPr>
          <a:xfrm>
            <a:off x="568466" y="2157153"/>
            <a:ext cx="10887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15802296-9539-9741-9453-D287068094F3}"/>
              </a:ext>
            </a:extLst>
          </p:cNvPr>
          <p:cNvCxnSpPr>
            <a:cxnSpLocks/>
          </p:cNvCxnSpPr>
          <p:nvPr/>
        </p:nvCxnSpPr>
        <p:spPr>
          <a:xfrm>
            <a:off x="2682060" y="2081374"/>
            <a:ext cx="0" cy="22318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F052A930-938F-3049-AD8C-237690CA4F89}"/>
              </a:ext>
            </a:extLst>
          </p:cNvPr>
          <p:cNvSpPr txBox="1"/>
          <p:nvPr/>
        </p:nvSpPr>
        <p:spPr>
          <a:xfrm>
            <a:off x="1175767" y="3220204"/>
            <a:ext cx="2975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 execution &amp; commit phases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E6FA13BA-5A26-CD40-BECB-58777A0DACDC}"/>
              </a:ext>
            </a:extLst>
          </p:cNvPr>
          <p:cNvSpPr/>
          <p:nvPr/>
        </p:nvSpPr>
        <p:spPr>
          <a:xfrm>
            <a:off x="1293820" y="3077009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B449341-0180-3642-83C8-67B13130D4DB}"/>
              </a:ext>
            </a:extLst>
          </p:cNvPr>
          <p:cNvSpPr/>
          <p:nvPr/>
        </p:nvSpPr>
        <p:spPr>
          <a:xfrm>
            <a:off x="44970" y="1819928"/>
            <a:ext cx="734691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8D29284-1B86-194F-8DC4-FCB632B2E5CD}"/>
              </a:ext>
            </a:extLst>
          </p:cNvPr>
          <p:cNvSpPr/>
          <p:nvPr/>
        </p:nvSpPr>
        <p:spPr>
          <a:xfrm>
            <a:off x="918322" y="1813766"/>
            <a:ext cx="674709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 1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9C2248D-2563-5142-9AD9-6168902EF86A}"/>
              </a:ext>
            </a:extLst>
          </p:cNvPr>
          <p:cNvSpPr/>
          <p:nvPr/>
        </p:nvSpPr>
        <p:spPr>
          <a:xfrm>
            <a:off x="1587615" y="1819928"/>
            <a:ext cx="743311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 2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82CB28A-58D9-4E4B-9241-25DB3C317FC2}"/>
              </a:ext>
            </a:extLst>
          </p:cNvPr>
          <p:cNvSpPr/>
          <p:nvPr/>
        </p:nvSpPr>
        <p:spPr>
          <a:xfrm>
            <a:off x="2310405" y="1821798"/>
            <a:ext cx="743311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 3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7C80FDB8-A7F4-5044-AC8A-2D20EF0F3727}"/>
              </a:ext>
            </a:extLst>
          </p:cNvPr>
          <p:cNvSpPr/>
          <p:nvPr/>
        </p:nvSpPr>
        <p:spPr>
          <a:xfrm>
            <a:off x="4201426" y="2431175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C254CF2E-BC4E-5A4F-95A7-BE73D4B76E9B}"/>
              </a:ext>
            </a:extLst>
          </p:cNvPr>
          <p:cNvCxnSpPr>
            <a:cxnSpLocks/>
          </p:cNvCxnSpPr>
          <p:nvPr/>
        </p:nvCxnSpPr>
        <p:spPr>
          <a:xfrm flipH="1">
            <a:off x="4168620" y="2081374"/>
            <a:ext cx="13351" cy="22318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9D5EA186-6D93-464D-9621-BCD279E2798A}"/>
              </a:ext>
            </a:extLst>
          </p:cNvPr>
          <p:cNvSpPr/>
          <p:nvPr/>
        </p:nvSpPr>
        <p:spPr>
          <a:xfrm>
            <a:off x="3698261" y="1821798"/>
            <a:ext cx="891483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Orderers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CB4A64F4-2B5B-2A4C-B22B-E4D90E3F23E8}"/>
              </a:ext>
            </a:extLst>
          </p:cNvPr>
          <p:cNvCxnSpPr>
            <a:cxnSpLocks/>
          </p:cNvCxnSpPr>
          <p:nvPr/>
        </p:nvCxnSpPr>
        <p:spPr>
          <a:xfrm>
            <a:off x="4450221" y="2081374"/>
            <a:ext cx="0" cy="22318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78409BA-A4E1-4A43-B923-490E6568870E}"/>
              </a:ext>
            </a:extLst>
          </p:cNvPr>
          <p:cNvCxnSpPr>
            <a:cxnSpLocks/>
          </p:cNvCxnSpPr>
          <p:nvPr/>
        </p:nvCxnSpPr>
        <p:spPr>
          <a:xfrm>
            <a:off x="3895354" y="2086660"/>
            <a:ext cx="0" cy="22265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0E20194B-3A02-CC4F-A78C-224FE350B2E2}"/>
              </a:ext>
            </a:extLst>
          </p:cNvPr>
          <p:cNvCxnSpPr>
            <a:cxnSpLocks/>
          </p:cNvCxnSpPr>
          <p:nvPr/>
        </p:nvCxnSpPr>
        <p:spPr>
          <a:xfrm flipH="1">
            <a:off x="2682059" y="2845018"/>
            <a:ext cx="1768162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B2C3CC8-1B30-AA41-8944-208EBE2FFF9A}"/>
              </a:ext>
            </a:extLst>
          </p:cNvPr>
          <p:cNvCxnSpPr>
            <a:cxnSpLocks/>
          </p:cNvCxnSpPr>
          <p:nvPr/>
        </p:nvCxnSpPr>
        <p:spPr>
          <a:xfrm flipH="1">
            <a:off x="1974278" y="2929102"/>
            <a:ext cx="2197182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61F1745-DDF0-0846-8DF4-52E51D632F88}"/>
              </a:ext>
            </a:extLst>
          </p:cNvPr>
          <p:cNvCxnSpPr>
            <a:cxnSpLocks/>
          </p:cNvCxnSpPr>
          <p:nvPr/>
        </p:nvCxnSpPr>
        <p:spPr>
          <a:xfrm flipH="1">
            <a:off x="1240498" y="3013185"/>
            <a:ext cx="2654857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56C3A351-DE76-DC4D-ABC7-3DD6AAAFF602}"/>
              </a:ext>
            </a:extLst>
          </p:cNvPr>
          <p:cNvSpPr txBox="1"/>
          <p:nvPr/>
        </p:nvSpPr>
        <p:spPr>
          <a:xfrm>
            <a:off x="2685389" y="2549395"/>
            <a:ext cx="721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45BB9DFB-3D02-BE4C-BEC8-98690262AA35}"/>
              </a:ext>
            </a:extLst>
          </p:cNvPr>
          <p:cNvSpPr/>
          <p:nvPr/>
        </p:nvSpPr>
        <p:spPr>
          <a:xfrm>
            <a:off x="2546333" y="2635614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10A62F4B-DCD5-7B4E-B7AC-446D7DABB73C}"/>
              </a:ext>
            </a:extLst>
          </p:cNvPr>
          <p:cNvSpPr/>
          <p:nvPr/>
        </p:nvSpPr>
        <p:spPr>
          <a:xfrm>
            <a:off x="2145105" y="3071865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9614A52B-634B-1E4B-BB28-43B2F6ACDAF3}"/>
              </a:ext>
            </a:extLst>
          </p:cNvPr>
          <p:cNvSpPr/>
          <p:nvPr/>
        </p:nvSpPr>
        <p:spPr>
          <a:xfrm>
            <a:off x="2993207" y="3077008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7CB8CC3-B362-5F41-A20D-52A9596C74B6}"/>
              </a:ext>
            </a:extLst>
          </p:cNvPr>
          <p:cNvCxnSpPr>
            <a:cxnSpLocks/>
          </p:cNvCxnSpPr>
          <p:nvPr/>
        </p:nvCxnSpPr>
        <p:spPr>
          <a:xfrm>
            <a:off x="3381820" y="2087754"/>
            <a:ext cx="0" cy="22254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AE7CE08-0B7B-C24B-929D-EBF95B41F14F}"/>
              </a:ext>
            </a:extLst>
          </p:cNvPr>
          <p:cNvSpPr/>
          <p:nvPr/>
        </p:nvSpPr>
        <p:spPr>
          <a:xfrm>
            <a:off x="3010165" y="1828178"/>
            <a:ext cx="743311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 4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D15C6AFE-8EED-1F4F-B5BF-764B3A35F7C4}"/>
              </a:ext>
            </a:extLst>
          </p:cNvPr>
          <p:cNvCxnSpPr>
            <a:cxnSpLocks/>
          </p:cNvCxnSpPr>
          <p:nvPr/>
        </p:nvCxnSpPr>
        <p:spPr>
          <a:xfrm flipH="1">
            <a:off x="12959601" y="3611196"/>
            <a:ext cx="513534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24CA50A5-A771-D04B-B722-38CF0A18B8C9}"/>
              </a:ext>
            </a:extLst>
          </p:cNvPr>
          <p:cNvCxnSpPr>
            <a:cxnSpLocks/>
          </p:cNvCxnSpPr>
          <p:nvPr/>
        </p:nvCxnSpPr>
        <p:spPr>
          <a:xfrm flipH="1">
            <a:off x="3381819" y="2772697"/>
            <a:ext cx="513534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764FE3E1-E137-0B4F-BC89-AB5A7D50C019}"/>
              </a:ext>
            </a:extLst>
          </p:cNvPr>
          <p:cNvCxnSpPr>
            <a:cxnSpLocks/>
          </p:cNvCxnSpPr>
          <p:nvPr/>
        </p:nvCxnSpPr>
        <p:spPr>
          <a:xfrm>
            <a:off x="5162839" y="2071866"/>
            <a:ext cx="0" cy="225221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F24AA94-49E1-1449-A6AC-F57746CA804C}"/>
              </a:ext>
            </a:extLst>
          </p:cNvPr>
          <p:cNvCxnSpPr>
            <a:cxnSpLocks/>
          </p:cNvCxnSpPr>
          <p:nvPr/>
        </p:nvCxnSpPr>
        <p:spPr>
          <a:xfrm flipH="1">
            <a:off x="5995053" y="2071866"/>
            <a:ext cx="5211" cy="22419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776C010B-7722-0343-9C45-F1432FC750DC}"/>
              </a:ext>
            </a:extLst>
          </p:cNvPr>
          <p:cNvCxnSpPr>
            <a:cxnSpLocks/>
          </p:cNvCxnSpPr>
          <p:nvPr/>
        </p:nvCxnSpPr>
        <p:spPr>
          <a:xfrm>
            <a:off x="6712432" y="2070680"/>
            <a:ext cx="7313" cy="22431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A489805E-9BCF-E44A-93C7-A3D224B1F542}"/>
              </a:ext>
            </a:extLst>
          </p:cNvPr>
          <p:cNvCxnSpPr>
            <a:cxnSpLocks/>
          </p:cNvCxnSpPr>
          <p:nvPr/>
        </p:nvCxnSpPr>
        <p:spPr>
          <a:xfrm>
            <a:off x="5162839" y="2449231"/>
            <a:ext cx="837424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AFD8C164-2F48-894F-BB0B-9115916AD463}"/>
              </a:ext>
            </a:extLst>
          </p:cNvPr>
          <p:cNvCxnSpPr>
            <a:cxnSpLocks/>
          </p:cNvCxnSpPr>
          <p:nvPr/>
        </p:nvCxnSpPr>
        <p:spPr>
          <a:xfrm>
            <a:off x="6000263" y="2523109"/>
            <a:ext cx="709584" cy="128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E6FCD61E-067D-C54F-B639-59E4E79EE2BC}"/>
              </a:ext>
            </a:extLst>
          </p:cNvPr>
          <p:cNvSpPr/>
          <p:nvPr/>
        </p:nvSpPr>
        <p:spPr>
          <a:xfrm>
            <a:off x="5162297" y="2230283"/>
            <a:ext cx="175364" cy="1894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F0499A4-84A4-D543-AECF-C1F66D3F61B9}"/>
              </a:ext>
            </a:extLst>
          </p:cNvPr>
          <p:cNvSpPr txBox="1"/>
          <p:nvPr/>
        </p:nvSpPr>
        <p:spPr>
          <a:xfrm>
            <a:off x="5283261" y="2157767"/>
            <a:ext cx="10887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1D58C254-95F3-5B48-86D4-BD37534FC93F}"/>
              </a:ext>
            </a:extLst>
          </p:cNvPr>
          <p:cNvCxnSpPr>
            <a:cxnSpLocks/>
          </p:cNvCxnSpPr>
          <p:nvPr/>
        </p:nvCxnSpPr>
        <p:spPr>
          <a:xfrm>
            <a:off x="7441825" y="2081988"/>
            <a:ext cx="0" cy="22318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9EBE14CA-AD6D-324D-9C10-C5BED3C76C61}"/>
              </a:ext>
            </a:extLst>
          </p:cNvPr>
          <p:cNvSpPr txBox="1"/>
          <p:nvPr/>
        </p:nvSpPr>
        <p:spPr>
          <a:xfrm>
            <a:off x="6481985" y="3763543"/>
            <a:ext cx="1414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 phases</a:t>
            </a: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A2B4D0B4-58EE-344E-AE97-6898D036858B}"/>
              </a:ext>
            </a:extLst>
          </p:cNvPr>
          <p:cNvSpPr/>
          <p:nvPr/>
        </p:nvSpPr>
        <p:spPr>
          <a:xfrm>
            <a:off x="6053585" y="3649560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3777537-2285-0C46-A000-9FA481682B30}"/>
              </a:ext>
            </a:extLst>
          </p:cNvPr>
          <p:cNvSpPr/>
          <p:nvPr/>
        </p:nvSpPr>
        <p:spPr>
          <a:xfrm>
            <a:off x="4804735" y="1820542"/>
            <a:ext cx="734691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9C0A4CE-F323-FC42-A735-B20E28F14FBC}"/>
              </a:ext>
            </a:extLst>
          </p:cNvPr>
          <p:cNvSpPr/>
          <p:nvPr/>
        </p:nvSpPr>
        <p:spPr>
          <a:xfrm>
            <a:off x="5678087" y="1814380"/>
            <a:ext cx="674709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 1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3174CB9-7533-9F47-AA6F-BEC854AB2D4B}"/>
              </a:ext>
            </a:extLst>
          </p:cNvPr>
          <p:cNvSpPr/>
          <p:nvPr/>
        </p:nvSpPr>
        <p:spPr>
          <a:xfrm>
            <a:off x="6347380" y="1820542"/>
            <a:ext cx="743311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 2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71DB850-837E-C94F-99ED-5CF98382DB37}"/>
              </a:ext>
            </a:extLst>
          </p:cNvPr>
          <p:cNvSpPr/>
          <p:nvPr/>
        </p:nvSpPr>
        <p:spPr>
          <a:xfrm>
            <a:off x="7070170" y="1822412"/>
            <a:ext cx="743311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 3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9D52F3E-5272-5B4C-97AC-396D2D5C1A01}"/>
              </a:ext>
            </a:extLst>
          </p:cNvPr>
          <p:cNvCxnSpPr>
            <a:cxnSpLocks/>
          </p:cNvCxnSpPr>
          <p:nvPr/>
        </p:nvCxnSpPr>
        <p:spPr>
          <a:xfrm flipH="1">
            <a:off x="8928385" y="2081988"/>
            <a:ext cx="13351" cy="22318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66">
            <a:extLst>
              <a:ext uri="{FF2B5EF4-FFF2-40B4-BE49-F238E27FC236}">
                <a16:creationId xmlns:a16="http://schemas.microsoft.com/office/drawing/2014/main" id="{ED92C861-8B67-284D-8BE0-AE4B44A7DFF2}"/>
              </a:ext>
            </a:extLst>
          </p:cNvPr>
          <p:cNvSpPr/>
          <p:nvPr/>
        </p:nvSpPr>
        <p:spPr>
          <a:xfrm>
            <a:off x="8458026" y="1822412"/>
            <a:ext cx="891483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Orderers</a:t>
            </a: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42B4D3CA-363E-0846-B5D2-E7849AD87C24}"/>
              </a:ext>
            </a:extLst>
          </p:cNvPr>
          <p:cNvCxnSpPr>
            <a:cxnSpLocks/>
          </p:cNvCxnSpPr>
          <p:nvPr/>
        </p:nvCxnSpPr>
        <p:spPr>
          <a:xfrm>
            <a:off x="9209986" y="2081988"/>
            <a:ext cx="0" cy="22318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4F67A0D9-A08F-6149-A154-F10E474661CF}"/>
              </a:ext>
            </a:extLst>
          </p:cNvPr>
          <p:cNvCxnSpPr>
            <a:cxnSpLocks/>
          </p:cNvCxnSpPr>
          <p:nvPr/>
        </p:nvCxnSpPr>
        <p:spPr>
          <a:xfrm>
            <a:off x="8655119" y="2087274"/>
            <a:ext cx="0" cy="22265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EC3038DA-BB37-1F48-A844-38B8559F0050}"/>
              </a:ext>
            </a:extLst>
          </p:cNvPr>
          <p:cNvCxnSpPr>
            <a:cxnSpLocks/>
          </p:cNvCxnSpPr>
          <p:nvPr/>
        </p:nvCxnSpPr>
        <p:spPr>
          <a:xfrm flipH="1">
            <a:off x="7441824" y="3447390"/>
            <a:ext cx="1768162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E801C025-BA86-A84F-AF7F-39983C4AC255}"/>
              </a:ext>
            </a:extLst>
          </p:cNvPr>
          <p:cNvCxnSpPr>
            <a:cxnSpLocks/>
          </p:cNvCxnSpPr>
          <p:nvPr/>
        </p:nvCxnSpPr>
        <p:spPr>
          <a:xfrm flipH="1">
            <a:off x="6734043" y="3531474"/>
            <a:ext cx="2197182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0A8595BB-3FAA-0F45-8D64-B7EE652CF8D2}"/>
              </a:ext>
            </a:extLst>
          </p:cNvPr>
          <p:cNvCxnSpPr>
            <a:cxnSpLocks/>
          </p:cNvCxnSpPr>
          <p:nvPr/>
        </p:nvCxnSpPr>
        <p:spPr>
          <a:xfrm flipH="1">
            <a:off x="6000263" y="3615557"/>
            <a:ext cx="2654857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E8B72ADF-C291-2D45-B889-0158499AA253}"/>
              </a:ext>
            </a:extLst>
          </p:cNvPr>
          <p:cNvSpPr txBox="1"/>
          <p:nvPr/>
        </p:nvSpPr>
        <p:spPr>
          <a:xfrm>
            <a:off x="7415178" y="3121787"/>
            <a:ext cx="721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A8EF7808-A026-B943-A6FE-22E771C14804}"/>
              </a:ext>
            </a:extLst>
          </p:cNvPr>
          <p:cNvSpPr/>
          <p:nvPr/>
        </p:nvSpPr>
        <p:spPr>
          <a:xfrm>
            <a:off x="7276116" y="3178026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4614A522-B10E-A844-BF45-A3B3FACD5B02}"/>
              </a:ext>
            </a:extLst>
          </p:cNvPr>
          <p:cNvSpPr/>
          <p:nvPr/>
        </p:nvSpPr>
        <p:spPr>
          <a:xfrm>
            <a:off x="6789122" y="3644416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98B9D3EA-76AA-854E-BE81-2D5E1300AF3F}"/>
              </a:ext>
            </a:extLst>
          </p:cNvPr>
          <p:cNvSpPr/>
          <p:nvPr/>
        </p:nvSpPr>
        <p:spPr>
          <a:xfrm>
            <a:off x="7521478" y="3649559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304901A5-2299-C145-BF12-C01EBF033F0C}"/>
              </a:ext>
            </a:extLst>
          </p:cNvPr>
          <p:cNvCxnSpPr>
            <a:cxnSpLocks/>
          </p:cNvCxnSpPr>
          <p:nvPr/>
        </p:nvCxnSpPr>
        <p:spPr>
          <a:xfrm>
            <a:off x="8141585" y="2088368"/>
            <a:ext cx="0" cy="22254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23DEF2E-0269-1749-80EB-75AEF423836D}"/>
              </a:ext>
            </a:extLst>
          </p:cNvPr>
          <p:cNvSpPr/>
          <p:nvPr/>
        </p:nvSpPr>
        <p:spPr>
          <a:xfrm>
            <a:off x="7769930" y="1828792"/>
            <a:ext cx="743311" cy="254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Peer 4</a:t>
            </a: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6A4BFF32-1697-A046-9A8F-F8F0D46BCB7B}"/>
              </a:ext>
            </a:extLst>
          </p:cNvPr>
          <p:cNvCxnSpPr>
            <a:cxnSpLocks/>
          </p:cNvCxnSpPr>
          <p:nvPr/>
        </p:nvCxnSpPr>
        <p:spPr>
          <a:xfrm flipH="1">
            <a:off x="8141585" y="3366086"/>
            <a:ext cx="513534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E83729DC-3373-5548-A5FC-78629BBAC4A4}"/>
              </a:ext>
            </a:extLst>
          </p:cNvPr>
          <p:cNvCxnSpPr>
            <a:cxnSpLocks/>
          </p:cNvCxnSpPr>
          <p:nvPr/>
        </p:nvCxnSpPr>
        <p:spPr>
          <a:xfrm flipV="1">
            <a:off x="5992004" y="2570410"/>
            <a:ext cx="1470894" cy="1327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49D4B308-DA47-F047-A264-CC808E1D4FBB}"/>
              </a:ext>
            </a:extLst>
          </p:cNvPr>
          <p:cNvCxnSpPr>
            <a:cxnSpLocks/>
          </p:cNvCxnSpPr>
          <p:nvPr/>
        </p:nvCxnSpPr>
        <p:spPr>
          <a:xfrm flipV="1">
            <a:off x="6005006" y="2629446"/>
            <a:ext cx="2156951" cy="1327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EDCF650C-447E-2A44-BF19-B63D3476D959}"/>
              </a:ext>
            </a:extLst>
          </p:cNvPr>
          <p:cNvCxnSpPr>
            <a:cxnSpLocks/>
          </p:cNvCxnSpPr>
          <p:nvPr/>
        </p:nvCxnSpPr>
        <p:spPr>
          <a:xfrm flipV="1">
            <a:off x="6006183" y="2670039"/>
            <a:ext cx="2911087" cy="2014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2" name="Oval 191">
            <a:extLst>
              <a:ext uri="{FF2B5EF4-FFF2-40B4-BE49-F238E27FC236}">
                <a16:creationId xmlns:a16="http://schemas.microsoft.com/office/drawing/2014/main" id="{3B112510-92D6-A042-BD25-B5AEBAC4B14A}"/>
              </a:ext>
            </a:extLst>
          </p:cNvPr>
          <p:cNvSpPr/>
          <p:nvPr/>
        </p:nvSpPr>
        <p:spPr>
          <a:xfrm>
            <a:off x="8872854" y="2704563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5BFDD448-B471-004B-AD46-D791A6DC4BB9}"/>
              </a:ext>
            </a:extLst>
          </p:cNvPr>
          <p:cNvSpPr/>
          <p:nvPr/>
        </p:nvSpPr>
        <p:spPr>
          <a:xfrm>
            <a:off x="6011416" y="2724184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4F365C25-70F8-C840-B7C2-4C0EC4D8DE45}"/>
              </a:ext>
            </a:extLst>
          </p:cNvPr>
          <p:cNvSpPr/>
          <p:nvPr/>
        </p:nvSpPr>
        <p:spPr>
          <a:xfrm>
            <a:off x="6754695" y="2704309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376AEE35-DD69-E747-9F67-EE8B39330D00}"/>
              </a:ext>
            </a:extLst>
          </p:cNvPr>
          <p:cNvSpPr/>
          <p:nvPr/>
        </p:nvSpPr>
        <p:spPr>
          <a:xfrm>
            <a:off x="7475575" y="2719172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0FFC0B52-76FC-2E4F-BDB8-1DC956112688}"/>
              </a:ext>
            </a:extLst>
          </p:cNvPr>
          <p:cNvSpPr/>
          <p:nvPr/>
        </p:nvSpPr>
        <p:spPr>
          <a:xfrm>
            <a:off x="8184501" y="2698518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8DD98A7-6AF2-414A-A28A-53CBC49A1044}"/>
              </a:ext>
            </a:extLst>
          </p:cNvPr>
          <p:cNvSpPr txBox="1"/>
          <p:nvPr/>
        </p:nvSpPr>
        <p:spPr>
          <a:xfrm>
            <a:off x="6372021" y="2817065"/>
            <a:ext cx="1860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phase</a:t>
            </a: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62F0C5EA-F4F4-0844-80C5-EECD96CCCF65}"/>
              </a:ext>
            </a:extLst>
          </p:cNvPr>
          <p:cNvSpPr/>
          <p:nvPr/>
        </p:nvSpPr>
        <p:spPr>
          <a:xfrm>
            <a:off x="8206304" y="3653074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107CD729-E760-C74C-A9A0-D3D5041FB156}"/>
              </a:ext>
            </a:extLst>
          </p:cNvPr>
          <p:cNvSpPr/>
          <p:nvPr/>
        </p:nvSpPr>
        <p:spPr>
          <a:xfrm>
            <a:off x="10854590" y="3897620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6E9B57B5-ECAD-DD41-8D12-D0D86A3259A3}"/>
              </a:ext>
            </a:extLst>
          </p:cNvPr>
          <p:cNvSpPr/>
          <p:nvPr/>
        </p:nvSpPr>
        <p:spPr>
          <a:xfrm>
            <a:off x="11590127" y="3892476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88DEEA53-D23E-9346-A2F3-13406D52CD2D}"/>
              </a:ext>
            </a:extLst>
          </p:cNvPr>
          <p:cNvSpPr/>
          <p:nvPr/>
        </p:nvSpPr>
        <p:spPr>
          <a:xfrm>
            <a:off x="12322483" y="3897619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9DFC4D3E-2D4D-4341-A462-BB2CC9526699}"/>
              </a:ext>
            </a:extLst>
          </p:cNvPr>
          <p:cNvSpPr/>
          <p:nvPr/>
        </p:nvSpPr>
        <p:spPr>
          <a:xfrm>
            <a:off x="13007309" y="3901134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9368BB11-B2D6-9A46-B11F-77CDC5E74EBD}"/>
              </a:ext>
            </a:extLst>
          </p:cNvPr>
          <p:cNvSpPr txBox="1"/>
          <p:nvPr/>
        </p:nvSpPr>
        <p:spPr>
          <a:xfrm>
            <a:off x="1360352" y="4456370"/>
            <a:ext cx="24151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Order-Execute-Commit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A9AA0D26-A8C3-9E4B-9474-5331F4315262}"/>
              </a:ext>
            </a:extLst>
          </p:cNvPr>
          <p:cNvSpPr txBox="1"/>
          <p:nvPr/>
        </p:nvSpPr>
        <p:spPr>
          <a:xfrm>
            <a:off x="10464238" y="4472856"/>
            <a:ext cx="31698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Execute-Order-Validate-Commit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50DAE0D2-9AAD-AF4B-A27D-41BE31AEFFD1}"/>
              </a:ext>
            </a:extLst>
          </p:cNvPr>
          <p:cNvSpPr txBox="1"/>
          <p:nvPr/>
        </p:nvSpPr>
        <p:spPr>
          <a:xfrm>
            <a:off x="5341186" y="4443612"/>
            <a:ext cx="35596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Execute-Order-In-Parallel &amp; Commit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BB04C875-09E3-3442-BC3E-BCEBFA953E82}"/>
              </a:ext>
            </a:extLst>
          </p:cNvPr>
          <p:cNvSpPr txBox="1"/>
          <p:nvPr/>
        </p:nvSpPr>
        <p:spPr>
          <a:xfrm>
            <a:off x="3867685" y="2547810"/>
            <a:ext cx="8819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AC967D4-1162-4C4D-95AB-14A9CA7F2EF5}"/>
              </a:ext>
            </a:extLst>
          </p:cNvPr>
          <p:cNvSpPr txBox="1"/>
          <p:nvPr/>
        </p:nvSpPr>
        <p:spPr>
          <a:xfrm>
            <a:off x="13374647" y="3354837"/>
            <a:ext cx="8819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5D38211-1F69-FD41-A8FB-8F98A83F6840}"/>
              </a:ext>
            </a:extLst>
          </p:cNvPr>
          <p:cNvSpPr txBox="1"/>
          <p:nvPr/>
        </p:nvSpPr>
        <p:spPr>
          <a:xfrm>
            <a:off x="8510806" y="2839857"/>
            <a:ext cx="8819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2C1FC698-C25B-4649-AEA4-A42A13427CC3}"/>
              </a:ext>
            </a:extLst>
          </p:cNvPr>
          <p:cNvSpPr txBox="1"/>
          <p:nvPr/>
        </p:nvSpPr>
        <p:spPr>
          <a:xfrm>
            <a:off x="11657275" y="2460193"/>
            <a:ext cx="1503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phase</a:t>
            </a:r>
          </a:p>
        </p:txBody>
      </p:sp>
    </p:spTree>
    <p:extLst>
      <p:ext uri="{BB962C8B-B14F-4D97-AF65-F5344CB8AC3E}">
        <p14:creationId xmlns:p14="http://schemas.microsoft.com/office/powerpoint/2010/main" val="1163626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</TotalTime>
  <Words>102</Words>
  <Application>Microsoft Macintosh PowerPoint</Application>
  <PresentationFormat>Custom</PresentationFormat>
  <Paragraphs>66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Senthilnathan Natarajan</dc:creator>
  <cp:lastModifiedBy>senthil.nathan.7@gmail.com</cp:lastModifiedBy>
  <cp:revision>19</cp:revision>
  <cp:lastPrinted>2019-07-09T06:56:23Z</cp:lastPrinted>
  <dcterms:created xsi:type="dcterms:W3CDTF">2019-07-09T05:29:01Z</dcterms:created>
  <dcterms:modified xsi:type="dcterms:W3CDTF">2020-08-12T06:15:12Z</dcterms:modified>
</cp:coreProperties>
</file>