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40FF"/>
    <a:srgbClr val="31F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120" d="100"/>
          <a:sy n="120" d="100"/>
        </p:scale>
        <p:origin x="80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24C75-1903-C047-9648-1AAD4903A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0AED4-68EB-304C-A972-B700422128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E26E0-53E7-E246-A46C-EEFC032E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B3160-ADB1-E44E-B0F7-AF625B93A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EC504-B529-0449-BC5B-71CD44267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52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9BB91-C375-614F-9902-65759EC7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C0CFD-B61B-5243-B01F-C669B9D9D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2B2B8-1835-4941-9503-7A1FE3F12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320FD-95FB-8641-9E72-2AF076E26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031AE-1BA8-2549-8253-9B9E11B8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945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5490B-0FA1-824F-A028-CAC6E24F6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7CCE4-E113-6647-9A45-DFC04E608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A7696-9CD9-9B4F-9829-9C5E42BEB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50A7A-C9BE-664E-B55F-A50D9968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ED83E-46B4-604C-8936-4D03ADA58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21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175B-6640-E441-AF4E-CE45B55EE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02A09-CA16-4049-A3FE-6B89AABBBF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58FCB-8AF5-4A40-8604-21BA0DC48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C1EC0-FCE0-4E4B-B62A-89D8057F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F4C24-7C25-E44F-BD35-C3DE3D11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CBEFA-28F9-4946-B441-7380A95D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85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2CD55-F48C-D94C-B138-D5074FA3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09D26-4B74-5E47-A079-1F47ECC2B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63ADF-3FDF-BA4C-BA0C-97902FE113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2CCDF-471C-0E45-8A01-F3465016C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0ABF08-EF6B-744B-9D92-E27C67C7A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8CE46-821A-7E4F-A58D-7E0CF3818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CE3E7E-EF52-CB42-8C3D-FFD528EB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3A9905-1737-2747-B7F5-ABC7AE17B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45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F564A-3A0F-3E4F-80A3-B9AFEC31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3FC1B-1A98-AE45-A948-C882898FD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704C1-EDE9-194E-9D0E-610032581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BA1AF-8F53-7740-9F62-51C31A85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05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30476-867B-B348-A1A4-92D53DBE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DC41D-0692-654F-BE93-CF5369259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69E92-9894-514D-90CE-D6548BBB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8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18B44-31FF-2040-B6FC-A4C87A4A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F8EB-078B-624D-9FD6-679023A53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5B72E-8D10-5B43-8255-4E91E7C2E4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9D630-BAEA-364E-A4B6-85377A52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071B6-AC25-AF45-83A3-1E03B52F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9A80B9-5F94-BD43-927D-BF712C06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8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63A34-CA5E-0B4B-8F60-72F2120F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0F38C-8484-0643-A8AB-3A86F3FB4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E87F6-A1AA-8149-A63D-C5220076D0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48C-8E1B-534C-88E9-A7F794857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2A754-8079-5D44-82E9-6FA2EF6D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C3BC4-3EEE-EB4B-874E-2F245A8E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90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66CF-4252-2E47-8564-D5323B10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593D3-C818-C042-9BCD-2D2B9ADC7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D3D4A-C5E5-AB48-A5AE-B4A0B7E3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D825D-5C16-5842-9C7B-8B7BB071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E1451-E59B-2F43-BBF0-5CB3AB48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04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A58D89-DDD7-8946-9F83-95648FFB29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38E14-6A2E-3641-AD2D-E9E31C2D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9FDBD-6525-4041-88AD-9AC03E24E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E6961-1B37-E642-92CA-97343709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3160D-05B9-054F-BB97-D18C7C15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4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BCC21B-8FBF-764D-9747-1FD4185F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EC7AA-42D2-BA47-B680-28280044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FA037-D902-D140-B671-476839F89E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DDA65-A89A-E54D-83BD-68B6DA6E5452}" type="datetimeFigureOut">
              <a:rPr lang="en-US" smtClean="0"/>
              <a:t>8/9/19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1BED6-9CD5-E14E-B198-1562219EF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1E277-B39D-FC49-8C49-339C7939F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893F2-D7CA-5844-A841-BEE3EAD26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92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031A547-DFC0-7B4B-A2F0-534556799946}"/>
              </a:ext>
            </a:extLst>
          </p:cNvPr>
          <p:cNvCxnSpPr>
            <a:cxnSpLocks/>
          </p:cNvCxnSpPr>
          <p:nvPr/>
        </p:nvCxnSpPr>
        <p:spPr>
          <a:xfrm>
            <a:off x="1702676" y="1902372"/>
            <a:ext cx="0" cy="2342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6F8590-F623-1F42-9C92-20D83A45046F}"/>
              </a:ext>
            </a:extLst>
          </p:cNvPr>
          <p:cNvCxnSpPr>
            <a:cxnSpLocks/>
          </p:cNvCxnSpPr>
          <p:nvPr/>
        </p:nvCxnSpPr>
        <p:spPr>
          <a:xfrm flipH="1">
            <a:off x="2973242" y="1902372"/>
            <a:ext cx="18797" cy="2342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958D4B-723E-2D47-BA54-1644FCA200CB}"/>
              </a:ext>
            </a:extLst>
          </p:cNvPr>
          <p:cNvCxnSpPr>
            <a:cxnSpLocks/>
          </p:cNvCxnSpPr>
          <p:nvPr/>
        </p:nvCxnSpPr>
        <p:spPr>
          <a:xfrm flipH="1">
            <a:off x="4234891" y="1902372"/>
            <a:ext cx="3905" cy="23422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3DF1B427-C8AE-CA46-B90E-E38AED3A27D1}"/>
              </a:ext>
            </a:extLst>
          </p:cNvPr>
          <p:cNvSpPr/>
          <p:nvPr/>
        </p:nvSpPr>
        <p:spPr>
          <a:xfrm>
            <a:off x="6029136" y="3192626"/>
            <a:ext cx="1469553" cy="57388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Centaur" panose="020F0502020204030204" pitchFamily="34" charset="0"/>
                <a:cs typeface="Centaur" panose="020F0502020204030204" pitchFamily="34" charset="0"/>
              </a:rPr>
              <a:t>Ordering</a:t>
            </a:r>
          </a:p>
          <a:p>
            <a:pPr algn="ctr"/>
            <a:r>
              <a:rPr lang="en-US" sz="2000" dirty="0">
                <a:latin typeface="Centaur" panose="020F0502020204030204" pitchFamily="34" charset="0"/>
                <a:cs typeface="Centaur" panose="020F0502020204030204" pitchFamily="34" charset="0"/>
              </a:rPr>
              <a:t>Service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53F3BE-54C0-0546-8399-2CB386EF55DF}"/>
              </a:ext>
            </a:extLst>
          </p:cNvPr>
          <p:cNvCxnSpPr/>
          <p:nvPr/>
        </p:nvCxnSpPr>
        <p:spPr>
          <a:xfrm>
            <a:off x="1702676" y="2279737"/>
            <a:ext cx="1289363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A22B929-D41E-5A49-A799-683582E9FAF5}"/>
              </a:ext>
            </a:extLst>
          </p:cNvPr>
          <p:cNvCxnSpPr/>
          <p:nvPr/>
        </p:nvCxnSpPr>
        <p:spPr>
          <a:xfrm>
            <a:off x="1715500" y="2354893"/>
            <a:ext cx="2523294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122D5A6-61CC-AD47-84BD-F844201D6665}"/>
              </a:ext>
            </a:extLst>
          </p:cNvPr>
          <p:cNvSpPr/>
          <p:nvPr/>
        </p:nvSpPr>
        <p:spPr>
          <a:xfrm>
            <a:off x="1781062" y="1998116"/>
            <a:ext cx="175364" cy="18947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2E4159-4102-A547-A638-7B05FB54D683}"/>
              </a:ext>
            </a:extLst>
          </p:cNvPr>
          <p:cNvSpPr txBox="1"/>
          <p:nvPr/>
        </p:nvSpPr>
        <p:spPr>
          <a:xfrm>
            <a:off x="1969249" y="1912493"/>
            <a:ext cx="2075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transaction proposal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FBFBCBA8-D9FB-2E44-B57F-CD9BC87F6139}"/>
              </a:ext>
            </a:extLst>
          </p:cNvPr>
          <p:cNvSpPr/>
          <p:nvPr/>
        </p:nvSpPr>
        <p:spPr>
          <a:xfrm>
            <a:off x="4251617" y="2342367"/>
            <a:ext cx="236631" cy="207691"/>
          </a:xfrm>
          <a:prstGeom prst="rightBrace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entaur" panose="020F0502020204030204" pitchFamily="34" charset="0"/>
              <a:cs typeface="Centaur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6C50E6-BCCC-A94A-B62D-AAB44851FF9D}"/>
              </a:ext>
            </a:extLst>
          </p:cNvPr>
          <p:cNvSpPr txBox="1"/>
          <p:nvPr/>
        </p:nvSpPr>
        <p:spPr>
          <a:xfrm>
            <a:off x="4385858" y="2209258"/>
            <a:ext cx="17970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simulation phase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EF5D16-3FC7-4441-966F-D1A95BF2B544}"/>
              </a:ext>
            </a:extLst>
          </p:cNvPr>
          <p:cNvCxnSpPr/>
          <p:nvPr/>
        </p:nvCxnSpPr>
        <p:spPr>
          <a:xfrm flipH="1">
            <a:off x="1715500" y="2587780"/>
            <a:ext cx="2523294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CC6C0C3-DDF0-D646-8542-1E3A2E3FF1BE}"/>
              </a:ext>
            </a:extLst>
          </p:cNvPr>
          <p:cNvCxnSpPr/>
          <p:nvPr/>
        </p:nvCxnSpPr>
        <p:spPr>
          <a:xfrm flipH="1">
            <a:off x="1715202" y="2517158"/>
            <a:ext cx="1289363" cy="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F658F47-9A65-2343-814A-160077954890}"/>
              </a:ext>
            </a:extLst>
          </p:cNvPr>
          <p:cNvSpPr/>
          <p:nvPr/>
        </p:nvSpPr>
        <p:spPr>
          <a:xfrm>
            <a:off x="3787310" y="2636443"/>
            <a:ext cx="175364" cy="189475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92663A-F50A-8E42-B584-2BF734C88C8D}"/>
              </a:ext>
            </a:extLst>
          </p:cNvPr>
          <p:cNvSpPr txBox="1"/>
          <p:nvPr/>
        </p:nvSpPr>
        <p:spPr>
          <a:xfrm>
            <a:off x="1964657" y="2538294"/>
            <a:ext cx="1870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proposal response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7AF2CE6-ED3E-1E4D-B1E1-7D140F8A4C89}"/>
              </a:ext>
            </a:extLst>
          </p:cNvPr>
          <p:cNvCxnSpPr>
            <a:cxnSpLocks/>
          </p:cNvCxnSpPr>
          <p:nvPr/>
        </p:nvCxnSpPr>
        <p:spPr>
          <a:xfrm flipV="1">
            <a:off x="1702676" y="3219339"/>
            <a:ext cx="4708634" cy="13080"/>
          </a:xfrm>
          <a:prstGeom prst="straightConnector1">
            <a:avLst/>
          </a:prstGeom>
          <a:ln>
            <a:solidFill>
              <a:srgbClr val="FF4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B3B8752D-39F2-814D-BDDE-AAEC396BA2B9}"/>
              </a:ext>
            </a:extLst>
          </p:cNvPr>
          <p:cNvSpPr/>
          <p:nvPr/>
        </p:nvSpPr>
        <p:spPr>
          <a:xfrm>
            <a:off x="2246612" y="2954339"/>
            <a:ext cx="175364" cy="189475"/>
          </a:xfrm>
          <a:prstGeom prst="ellipse">
            <a:avLst/>
          </a:prstGeom>
          <a:solidFill>
            <a:srgbClr val="FF40FF"/>
          </a:solidFill>
          <a:ln>
            <a:solidFill>
              <a:srgbClr val="FF4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058434-5EDB-9042-AB0A-81D1D1B17120}"/>
              </a:ext>
            </a:extLst>
          </p:cNvPr>
          <p:cNvSpPr txBox="1"/>
          <p:nvPr/>
        </p:nvSpPr>
        <p:spPr>
          <a:xfrm>
            <a:off x="2434799" y="2868716"/>
            <a:ext cx="2794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40FF"/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broadcast proposal response</a:t>
            </a:r>
          </a:p>
        </p:txBody>
      </p:sp>
      <p:sp>
        <p:nvSpPr>
          <p:cNvPr id="34" name="Left Brace 33">
            <a:extLst>
              <a:ext uri="{FF2B5EF4-FFF2-40B4-BE49-F238E27FC236}">
                <a16:creationId xmlns:a16="http://schemas.microsoft.com/office/drawing/2014/main" id="{61A19F2D-3F1F-A249-9216-3B2B7CC04011}"/>
              </a:ext>
            </a:extLst>
          </p:cNvPr>
          <p:cNvSpPr/>
          <p:nvPr/>
        </p:nvSpPr>
        <p:spPr>
          <a:xfrm>
            <a:off x="5873243" y="3299280"/>
            <a:ext cx="189267" cy="355705"/>
          </a:xfrm>
          <a:prstGeom prst="leftBrac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Centaur" panose="020F0502020204030204" pitchFamily="34" charset="0"/>
              <a:cs typeface="Centaur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6ED607-8A49-BE4C-BF8A-F4BD3F033119}"/>
              </a:ext>
            </a:extLst>
          </p:cNvPr>
          <p:cNvSpPr txBox="1"/>
          <p:nvPr/>
        </p:nvSpPr>
        <p:spPr>
          <a:xfrm>
            <a:off x="4152601" y="3243530"/>
            <a:ext cx="1725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Centaur" panose="020F0502020204030204" pitchFamily="34" charset="0"/>
                <a:cs typeface="Centaur" panose="020F0502020204030204" pitchFamily="34" charset="0"/>
              </a:rPr>
              <a:t>ordering phase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A2E4118-A02A-7248-8896-04C3C5589832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4199307" y="3682465"/>
            <a:ext cx="2045040" cy="9258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6945B69-B102-F740-9F2F-8CE05CF824D3}"/>
              </a:ext>
            </a:extLst>
          </p:cNvPr>
          <p:cNvCxnSpPr>
            <a:cxnSpLocks/>
          </p:cNvCxnSpPr>
          <p:nvPr/>
        </p:nvCxnSpPr>
        <p:spPr>
          <a:xfrm flipH="1">
            <a:off x="2964326" y="3743474"/>
            <a:ext cx="3446984" cy="0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FE3BBFF2-1FDC-684B-833E-70CDECD00DBB}"/>
              </a:ext>
            </a:extLst>
          </p:cNvPr>
          <p:cNvSpPr/>
          <p:nvPr/>
        </p:nvSpPr>
        <p:spPr>
          <a:xfrm>
            <a:off x="3364405" y="3763355"/>
            <a:ext cx="175364" cy="18947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C9CF2EB-D28E-0C41-B2C7-19411ABB1D37}"/>
              </a:ext>
            </a:extLst>
          </p:cNvPr>
          <p:cNvSpPr txBox="1"/>
          <p:nvPr/>
        </p:nvSpPr>
        <p:spPr>
          <a:xfrm>
            <a:off x="2912875" y="3844525"/>
            <a:ext cx="1352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deliver block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5F5AD30-D69A-9941-ADA5-4EFEB26D9BA8}"/>
              </a:ext>
            </a:extLst>
          </p:cNvPr>
          <p:cNvCxnSpPr>
            <a:cxnSpLocks/>
          </p:cNvCxnSpPr>
          <p:nvPr/>
        </p:nvCxnSpPr>
        <p:spPr>
          <a:xfrm>
            <a:off x="7848372" y="1904460"/>
            <a:ext cx="4478" cy="2340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Brace 64">
            <a:extLst>
              <a:ext uri="{FF2B5EF4-FFF2-40B4-BE49-F238E27FC236}">
                <a16:creationId xmlns:a16="http://schemas.microsoft.com/office/drawing/2014/main" id="{E642F73D-A012-5A4C-98D2-0581F44E8F0E}"/>
              </a:ext>
            </a:extLst>
          </p:cNvPr>
          <p:cNvSpPr/>
          <p:nvPr/>
        </p:nvSpPr>
        <p:spPr>
          <a:xfrm>
            <a:off x="4265933" y="3795034"/>
            <a:ext cx="222315" cy="26623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latin typeface="Centaur" panose="020F0502020204030204" pitchFamily="34" charset="0"/>
              <a:cs typeface="Centaur" panose="020F050202020403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0D06FF-3F1B-B54B-A482-B9535EF2EA2D}"/>
              </a:ext>
            </a:extLst>
          </p:cNvPr>
          <p:cNvSpPr txBox="1"/>
          <p:nvPr/>
        </p:nvSpPr>
        <p:spPr>
          <a:xfrm>
            <a:off x="4318837" y="3823604"/>
            <a:ext cx="27601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validation &amp; commit phases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45C5761-5DEA-E14B-8D34-317B002F7DC4}"/>
              </a:ext>
            </a:extLst>
          </p:cNvPr>
          <p:cNvSpPr/>
          <p:nvPr/>
        </p:nvSpPr>
        <p:spPr>
          <a:xfrm>
            <a:off x="5037665" y="2110994"/>
            <a:ext cx="175364" cy="189475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2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2DEF4DA-EBE2-A249-8B7C-8CEEC120BA45}"/>
              </a:ext>
            </a:extLst>
          </p:cNvPr>
          <p:cNvSpPr/>
          <p:nvPr/>
        </p:nvSpPr>
        <p:spPr>
          <a:xfrm>
            <a:off x="5712443" y="3273993"/>
            <a:ext cx="175364" cy="1894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5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ECB0B0D-7B7F-D34D-901B-39163237A732}"/>
              </a:ext>
            </a:extLst>
          </p:cNvPr>
          <p:cNvSpPr/>
          <p:nvPr/>
        </p:nvSpPr>
        <p:spPr>
          <a:xfrm>
            <a:off x="4532172" y="3764650"/>
            <a:ext cx="175364" cy="1894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7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3FAC6E3-EAAF-7447-92ED-CD40F07D5D68}"/>
              </a:ext>
            </a:extLst>
          </p:cNvPr>
          <p:cNvCxnSpPr>
            <a:cxnSpLocks/>
            <a:stCxn id="11" idx="5"/>
          </p:cNvCxnSpPr>
          <p:nvPr/>
        </p:nvCxnSpPr>
        <p:spPr>
          <a:xfrm>
            <a:off x="7283478" y="3682465"/>
            <a:ext cx="564894" cy="9258"/>
          </a:xfrm>
          <a:prstGeom prst="straightConnector1">
            <a:avLst/>
          </a:prstGeom>
          <a:ln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3B803AE9-1920-194A-9FBB-D8EE703D257D}"/>
              </a:ext>
            </a:extLst>
          </p:cNvPr>
          <p:cNvSpPr/>
          <p:nvPr/>
        </p:nvSpPr>
        <p:spPr>
          <a:xfrm>
            <a:off x="7497197" y="3688468"/>
            <a:ext cx="175364" cy="189475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aur" panose="020F0502020204030204" pitchFamily="34" charset="0"/>
                <a:cs typeface="Centaur" panose="020F0502020204030204" pitchFamily="34" charset="0"/>
              </a:rPr>
              <a:t>6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3DC1BB8-E961-7C4A-86F2-38F6431CE04D}"/>
              </a:ext>
            </a:extLst>
          </p:cNvPr>
          <p:cNvSpPr txBox="1"/>
          <p:nvPr/>
        </p:nvSpPr>
        <p:spPr>
          <a:xfrm>
            <a:off x="6943530" y="3732762"/>
            <a:ext cx="1352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entaur" panose="020F0502020204030204" pitchFamily="34" charset="0"/>
                <a:cs typeface="Centaur" panose="020F0502020204030204" pitchFamily="34" charset="0"/>
              </a:rPr>
              <a:t>deliver block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E9AEA-362A-7342-9561-9D26C51EB1AA}"/>
              </a:ext>
            </a:extLst>
          </p:cNvPr>
          <p:cNvSpPr/>
          <p:nvPr/>
        </p:nvSpPr>
        <p:spPr>
          <a:xfrm>
            <a:off x="1333971" y="1651047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Client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C4274D9-F89A-D042-A72D-407258F012CE}"/>
              </a:ext>
            </a:extLst>
          </p:cNvPr>
          <p:cNvSpPr/>
          <p:nvPr/>
        </p:nvSpPr>
        <p:spPr>
          <a:xfrm>
            <a:off x="2638335" y="1644885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Peer 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6398FF9-7BE8-8F4C-AF6A-19EAC734EA3F}"/>
              </a:ext>
            </a:extLst>
          </p:cNvPr>
          <p:cNvSpPr/>
          <p:nvPr/>
        </p:nvSpPr>
        <p:spPr>
          <a:xfrm>
            <a:off x="3863235" y="1652234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Peer 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65B73A6-0FEA-794E-82C3-7DF13636CADB}"/>
              </a:ext>
            </a:extLst>
          </p:cNvPr>
          <p:cNvSpPr/>
          <p:nvPr/>
        </p:nvSpPr>
        <p:spPr>
          <a:xfrm>
            <a:off x="7476716" y="1644884"/>
            <a:ext cx="743311" cy="254475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entaur" panose="02030504050205020304" pitchFamily="18" charset="77"/>
              </a:rPr>
              <a:t>Peer 3</a:t>
            </a:r>
          </a:p>
        </p:txBody>
      </p:sp>
    </p:spTree>
    <p:extLst>
      <p:ext uri="{BB962C8B-B14F-4D97-AF65-F5344CB8AC3E}">
        <p14:creationId xmlns:p14="http://schemas.microsoft.com/office/powerpoint/2010/main" val="1163626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36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Centaur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senthil.nathan.7@gmail.com</cp:lastModifiedBy>
  <cp:revision>10</cp:revision>
  <cp:lastPrinted>2019-07-09T06:56:23Z</cp:lastPrinted>
  <dcterms:created xsi:type="dcterms:W3CDTF">2019-07-09T05:29:01Z</dcterms:created>
  <dcterms:modified xsi:type="dcterms:W3CDTF">2019-08-09T02:01:48Z</dcterms:modified>
</cp:coreProperties>
</file>