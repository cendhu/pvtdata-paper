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7494-AF6D-0747-A0C2-CDCE66A74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07266-6F3A-7C44-B4D8-D71FAAF7A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5CF77-583C-5143-823A-1B7AF954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353C9-899B-9346-8959-A5396E78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E322F-A607-2F44-8CD7-DEC31973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4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0BEE-9D96-B14E-96F6-4CB863DF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C4331-D427-3744-800C-5F9755FA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4EEEA-E86C-8E4F-A2B2-DC702AEC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6FDE1-9E01-7F48-9776-B68425D2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AE46-A662-9D4E-B98D-F0B67916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8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FD55-BCDF-D943-9283-1702905F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DADC7-F84E-7240-82E3-678F38B3D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A3019-B4D4-9847-B1C8-33B80A48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7B591-C363-D246-BCFE-564B9ECE7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E2DA-3DF6-5C40-B1F5-3AFD94F1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FF4F-9576-8B43-92FC-92271239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6D694-BAB5-F747-85DD-402F2164D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6EBE0-844A-744D-AF05-6705A8A4A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97AF1-A6D6-9942-8E9D-937FBE3C6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699E6-B46F-5A49-BF91-02EB02AE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B002F-21C7-1C41-AACD-939B1176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8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530-5B9C-C145-A8B1-23BC60DD3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36B1C-3870-E744-B057-55A569B67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FBE79-6D72-9342-BD51-EC5DDC4E2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10A7A-C69C-2544-8150-D19B1855B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B4820-791E-F24D-B883-1062B40CC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C8F44-7901-2E4A-B7E8-EB790F17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54F17-B526-EF43-BDC8-CA0EE773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6B9CE-A617-8643-953E-1F05C7AF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2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41CC-ED31-E147-A4C3-5EC1046C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CE587-3798-0645-883C-B4A664D0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9A08E-E9EC-7C46-BBAF-74A4D22A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4854D-51CA-AE40-850A-EA994288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4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53C33-B3DD-2842-B1BF-A43050B1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750EE-823A-0441-AD47-2FC814CF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F47C1-443A-D144-9AA5-7BB3683C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3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8B54-A067-784C-A6A3-21A90F97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5018-FDF2-8F4B-BA50-4599BC35B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8B59F-740F-6A43-90EF-809F7B6FF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E3F70-B80A-7B47-8B48-BA86ABABF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AF793-07BC-8C4B-A644-0B034D91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9F797-3957-3D48-80A9-0B26518D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6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4250-585A-4C4C-82C5-2813E03AD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FA1F3-C115-5F4A-90EA-C0849301B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3FAEE-D19F-EC44-B4A1-ACEB70D28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24FE2-EE34-414F-81C2-580570AF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3A71E-837C-1A4F-AB14-8A8606AD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CDA76-49EB-5D4E-B155-E84021C8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12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F0AE-B732-9743-A80D-9B1B91CB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42B4A-6F79-4F48-ABE8-4AD6F57FA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5662C-5231-D74C-A701-B8099801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88C9E-C6FF-6F4A-86D9-E86A03FA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AF75C-E45C-D14F-97DC-2FA8EEAB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29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716E-71B9-D840-ABCE-C2AF76BC6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6EA28-8990-FD48-AD46-975F2C559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96A51-99AF-EE48-B7A4-EB1A2075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07915-5CD0-0D41-BA59-85111D5C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0EE42-8F59-2F47-B52A-8353D29D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7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16545-75AD-9E43-84AE-8575AC504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604FD-9920-DB44-8672-492FAA09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72FFC-BC69-0F49-A24D-34992288C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9688E-617D-3141-A144-D95BBDEA836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180DF-7AAE-BD48-9222-33B71FE5B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78C14-DDC3-BC4E-AAE9-29D660C75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90E3E-A726-2349-9EAD-76D625771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8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240363-E697-8E41-9513-98B3298E875B}"/>
              </a:ext>
            </a:extLst>
          </p:cNvPr>
          <p:cNvSpPr/>
          <p:nvPr/>
        </p:nvSpPr>
        <p:spPr>
          <a:xfrm>
            <a:off x="5946915" y="3689931"/>
            <a:ext cx="1142892" cy="2942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Distributor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4B3BA-7709-0B4B-83A2-C1F402CC2800}"/>
              </a:ext>
            </a:extLst>
          </p:cNvPr>
          <p:cNvSpPr/>
          <p:nvPr/>
        </p:nvSpPr>
        <p:spPr>
          <a:xfrm>
            <a:off x="7565036" y="3692557"/>
            <a:ext cx="974192" cy="294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Retailer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D171A-A3FC-8549-8100-161B6E36CFBC}"/>
              </a:ext>
            </a:extLst>
          </p:cNvPr>
          <p:cNvSpPr/>
          <p:nvPr/>
        </p:nvSpPr>
        <p:spPr>
          <a:xfrm>
            <a:off x="4395768" y="3689930"/>
            <a:ext cx="1347232" cy="2942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Manufacturer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A69344-9672-D946-9100-7E3AFDD0905E}"/>
              </a:ext>
            </a:extLst>
          </p:cNvPr>
          <p:cNvSpPr/>
          <p:nvPr/>
        </p:nvSpPr>
        <p:spPr>
          <a:xfrm>
            <a:off x="3265146" y="3689929"/>
            <a:ext cx="974192" cy="296917"/>
          </a:xfrm>
          <a:prstGeom prst="rect">
            <a:avLst/>
          </a:prstGeom>
          <a:solidFill>
            <a:srgbClr val="FF93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Supplier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924C34-7207-8542-B38A-A46BF547C2A0}"/>
              </a:ext>
            </a:extLst>
          </p:cNvPr>
          <p:cNvSpPr/>
          <p:nvPr/>
        </p:nvSpPr>
        <p:spPr>
          <a:xfrm>
            <a:off x="2365232" y="3689931"/>
            <a:ext cx="777389" cy="294290"/>
          </a:xfrm>
          <a:prstGeom prst="rect">
            <a:avLst/>
          </a:prstGeom>
          <a:solidFill>
            <a:srgbClr val="941651"/>
          </a:solidFill>
          <a:ln>
            <a:solidFill>
              <a:srgbClr val="941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Farmer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AC187-5C8F-794B-876E-0463F216F8A4}"/>
              </a:ext>
            </a:extLst>
          </p:cNvPr>
          <p:cNvSpPr/>
          <p:nvPr/>
        </p:nvSpPr>
        <p:spPr>
          <a:xfrm>
            <a:off x="2365232" y="5628671"/>
            <a:ext cx="7233495" cy="254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atin typeface="Centaur" panose="02030504050205020304" pitchFamily="18" charset="77"/>
              </a:rPr>
              <a:t>Order IDs, Product &amp; Lot IDs, Parties involved in each transactions, Hash of private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D13A8-DA75-954D-83B1-1D3F66B5C90A}"/>
              </a:ext>
            </a:extLst>
          </p:cNvPr>
          <p:cNvSpPr txBox="1"/>
          <p:nvPr/>
        </p:nvSpPr>
        <p:spPr>
          <a:xfrm>
            <a:off x="2305495" y="4791879"/>
            <a:ext cx="15854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farmer &amp; supplier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591BF8-7EBB-2145-A2BB-137CE1DBE2C3}"/>
              </a:ext>
            </a:extLst>
          </p:cNvPr>
          <p:cNvSpPr txBox="1"/>
          <p:nvPr/>
        </p:nvSpPr>
        <p:spPr>
          <a:xfrm>
            <a:off x="3898880" y="4804819"/>
            <a:ext cx="122687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   supplier &amp; </a:t>
            </a:r>
            <a:br>
              <a:rPr lang="en-US" sz="1700" dirty="0">
                <a:latin typeface="Centaur" panose="02030504050205020304" pitchFamily="18" charset="77"/>
              </a:rPr>
            </a:br>
            <a:r>
              <a:rPr lang="en-US" sz="1700" dirty="0">
                <a:latin typeface="Centaur" panose="02030504050205020304" pitchFamily="18" charset="77"/>
              </a:rPr>
              <a:t>manufacturer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FAEC4-7624-9E44-9C86-BDC7B1504090}"/>
              </a:ext>
            </a:extLst>
          </p:cNvPr>
          <p:cNvSpPr txBox="1"/>
          <p:nvPr/>
        </p:nvSpPr>
        <p:spPr>
          <a:xfrm>
            <a:off x="5290114" y="4806723"/>
            <a:ext cx="14705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manufacturer &amp; </a:t>
            </a:r>
            <a:br>
              <a:rPr lang="en-US" sz="1700" dirty="0">
                <a:latin typeface="Centaur" panose="02030504050205020304" pitchFamily="18" charset="77"/>
              </a:rPr>
            </a:br>
            <a:r>
              <a:rPr lang="en-US" sz="1700" dirty="0">
                <a:latin typeface="Centaur" panose="02030504050205020304" pitchFamily="18" charset="77"/>
              </a:rPr>
              <a:t>distributors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CCEDB3-BB7F-0A42-AF6A-762040B9DD28}"/>
              </a:ext>
            </a:extLst>
          </p:cNvPr>
          <p:cNvSpPr txBox="1"/>
          <p:nvPr/>
        </p:nvSpPr>
        <p:spPr>
          <a:xfrm>
            <a:off x="6785784" y="4807404"/>
            <a:ext cx="134697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700" dirty="0">
                <a:latin typeface="Centaur" panose="02030504050205020304" pitchFamily="18" charset="77"/>
              </a:rPr>
              <a:t>distributors &amp; </a:t>
            </a:r>
            <a:br>
              <a:rPr lang="en-US" sz="1700" dirty="0">
                <a:latin typeface="Centaur" panose="02030504050205020304" pitchFamily="18" charset="77"/>
              </a:rPr>
            </a:br>
            <a:r>
              <a:rPr lang="en-US" sz="1700" dirty="0">
                <a:latin typeface="Centaur" panose="02030504050205020304" pitchFamily="18" charset="77"/>
              </a:rPr>
              <a:t>retailer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6A1940-409E-BB4D-831B-D52E643525FE}"/>
              </a:ext>
            </a:extLst>
          </p:cNvPr>
          <p:cNvSpPr txBox="1"/>
          <p:nvPr/>
        </p:nvSpPr>
        <p:spPr>
          <a:xfrm>
            <a:off x="4247921" y="5338696"/>
            <a:ext cx="3100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entaur" panose="02030504050205020304" pitchFamily="18" charset="77"/>
              </a:rPr>
              <a:t>Private Data Between Two Actors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00BAB8-1AFA-B043-A560-7B70C329DFB3}"/>
              </a:ext>
            </a:extLst>
          </p:cNvPr>
          <p:cNvSpPr txBox="1"/>
          <p:nvPr/>
        </p:nvSpPr>
        <p:spPr>
          <a:xfrm>
            <a:off x="5371611" y="5849755"/>
            <a:ext cx="2162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entaur" panose="02030504050205020304" pitchFamily="18" charset="77"/>
              </a:rPr>
              <a:t>Replicated Ledger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FFC1776-EEBC-BE49-AC20-4E335F673FE9}"/>
              </a:ext>
            </a:extLst>
          </p:cNvPr>
          <p:cNvCxnSpPr>
            <a:cxnSpLocks/>
          </p:cNvCxnSpPr>
          <p:nvPr/>
        </p:nvCxnSpPr>
        <p:spPr>
          <a:xfrm>
            <a:off x="8189896" y="3984221"/>
            <a:ext cx="0" cy="15121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D88208-7C6A-4E41-86B8-5C13CB35E7E6}"/>
              </a:ext>
            </a:extLst>
          </p:cNvPr>
          <p:cNvSpPr txBox="1"/>
          <p:nvPr/>
        </p:nvSpPr>
        <p:spPr>
          <a:xfrm>
            <a:off x="8132018" y="5043895"/>
            <a:ext cx="1602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entaur" panose="02030504050205020304" pitchFamily="18" charset="77"/>
              </a:rPr>
              <a:t>Private Data With </a:t>
            </a:r>
            <a:br>
              <a:rPr lang="en-US" sz="1600" b="1" dirty="0">
                <a:latin typeface="Centaur" panose="02030504050205020304" pitchFamily="18" charset="77"/>
              </a:rPr>
            </a:br>
            <a:r>
              <a:rPr lang="en-US" sz="1600" b="1" dirty="0">
                <a:latin typeface="Centaur" panose="02030504050205020304" pitchFamily="18" charset="77"/>
              </a:rPr>
              <a:t>Single Actor</a:t>
            </a:r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8CCFB2E9-ACDE-6B4F-87A0-A28DAAC77F3C}"/>
              </a:ext>
            </a:extLst>
          </p:cNvPr>
          <p:cNvSpPr/>
          <p:nvPr/>
        </p:nvSpPr>
        <p:spPr>
          <a:xfrm>
            <a:off x="2418374" y="3999538"/>
            <a:ext cx="1310996" cy="755599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Order details, Invoice, Proof of payment</a:t>
            </a:r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CD5B4C38-C175-B649-8F26-79292638B46A}"/>
              </a:ext>
            </a:extLst>
          </p:cNvPr>
          <p:cNvSpPr/>
          <p:nvPr/>
        </p:nvSpPr>
        <p:spPr>
          <a:xfrm>
            <a:off x="3875418" y="3982308"/>
            <a:ext cx="1310996" cy="755599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Order details, Invoice, Proof of payment</a:t>
            </a:r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523A0115-0A6A-CD4E-A0FD-43F18A7AB105}"/>
              </a:ext>
            </a:extLst>
          </p:cNvPr>
          <p:cNvSpPr/>
          <p:nvPr/>
        </p:nvSpPr>
        <p:spPr>
          <a:xfrm>
            <a:off x="5368771" y="3993804"/>
            <a:ext cx="1310996" cy="755599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Order details, Invoice, Proof of payment</a:t>
            </a:r>
          </a:p>
        </p:txBody>
      </p:sp>
      <p:sp>
        <p:nvSpPr>
          <p:cNvPr id="27" name="Can 26">
            <a:extLst>
              <a:ext uri="{FF2B5EF4-FFF2-40B4-BE49-F238E27FC236}">
                <a16:creationId xmlns:a16="http://schemas.microsoft.com/office/drawing/2014/main" id="{E9A3BED5-A503-BA43-8251-AB164B3450AF}"/>
              </a:ext>
            </a:extLst>
          </p:cNvPr>
          <p:cNvSpPr/>
          <p:nvPr/>
        </p:nvSpPr>
        <p:spPr>
          <a:xfrm>
            <a:off x="6780534" y="3987855"/>
            <a:ext cx="1310996" cy="755599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Order details, Invoice, Proof of payment</a:t>
            </a:r>
          </a:p>
        </p:txBody>
      </p:sp>
      <p:sp>
        <p:nvSpPr>
          <p:cNvPr id="28" name="Can 27">
            <a:extLst>
              <a:ext uri="{FF2B5EF4-FFF2-40B4-BE49-F238E27FC236}">
                <a16:creationId xmlns:a16="http://schemas.microsoft.com/office/drawing/2014/main" id="{9CBD9375-1BF3-7348-B222-A90DCBE86B71}"/>
              </a:ext>
            </a:extLst>
          </p:cNvPr>
          <p:cNvSpPr/>
          <p:nvPr/>
        </p:nvSpPr>
        <p:spPr>
          <a:xfrm>
            <a:off x="8287731" y="3975637"/>
            <a:ext cx="1310996" cy="755599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Sales record </a:t>
            </a:r>
            <a:b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</a:br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(Customer -&gt; </a:t>
            </a:r>
            <a:r>
              <a:rPr lang="en-US" sz="1600" b="1" dirty="0" err="1">
                <a:solidFill>
                  <a:schemeClr val="tx1"/>
                </a:solidFill>
                <a:latin typeface="Centaur" panose="02030504050205020304" pitchFamily="18" charset="77"/>
              </a:rPr>
              <a:t>Produc</a:t>
            </a:r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 IDs)</a:t>
            </a:r>
          </a:p>
        </p:txBody>
      </p:sp>
    </p:spTree>
    <p:extLst>
      <p:ext uri="{BB962C8B-B14F-4D97-AF65-F5344CB8AC3E}">
        <p14:creationId xmlns:p14="http://schemas.microsoft.com/office/powerpoint/2010/main" val="4108186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93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7</cp:revision>
  <dcterms:created xsi:type="dcterms:W3CDTF">2019-11-20T16:07:24Z</dcterms:created>
  <dcterms:modified xsi:type="dcterms:W3CDTF">2019-12-02T12:00:46Z</dcterms:modified>
</cp:coreProperties>
</file>