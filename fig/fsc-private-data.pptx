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94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7494-AF6D-0747-A0C2-CDCE66A74F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D07266-6F3A-7C44-B4D8-D71FAAF7A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5CF77-583C-5143-823A-1B7AF954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B353C9-899B-9346-8959-A5396E783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E322F-A607-2F44-8CD7-DEC31973F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9491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70BEE-9D96-B14E-96F6-4CB863DFD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C4331-D427-3744-800C-5F9755FA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4EEEA-E86C-8E4F-A2B2-DC702AECB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6FDE1-9E01-7F48-9776-B68425D2F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7AE46-A662-9D4E-B98D-F0B679162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383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7FD55-BCDF-D943-9283-1702905F8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DDADC7-F84E-7240-82E3-678F38B3DC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A3019-B4D4-9847-B1C8-33B80A484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57B591-C363-D246-BCFE-564B9ECE7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E2DA-3DF6-5C40-B1F5-3AFD94F1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269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EFF4F-9576-8B43-92FC-922712397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6D694-BAB5-F747-85DD-402F2164D3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86EBE0-844A-744D-AF05-6705A8A4A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297AF1-A6D6-9942-8E9D-937FBE3C6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699E6-B46F-5A49-BF91-02EB02AE8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8B002F-21C7-1C41-AACD-939B11760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8813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C7530-5B9C-C145-A8B1-23BC60DD3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36B1C-3870-E744-B057-55A569B670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9FBE79-6D72-9342-BD51-EC5DDC4E24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C10A7A-C69C-2544-8150-D19B1855B0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B4820-791E-F24D-B883-1062B40CCE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8C8F44-7901-2E4A-B7E8-EB790F17F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54F17-B526-EF43-BDC8-CA0EE7737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56B9CE-A617-8643-953E-1F05C7AFA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721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A41CC-ED31-E147-A4C3-5EC1046C7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DCE587-3798-0645-883C-B4A664D09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9A08E-E9EC-7C46-BBAF-74A4D22A6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44854D-51CA-AE40-850A-EA994288E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242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D53C33-B3DD-2842-B1BF-A43050B17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E750EE-823A-0441-AD47-2FC814CFB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F47C1-443A-D144-9AA5-7BB3683C0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31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98B54-A067-784C-A6A3-21A90F97C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95018-FDF2-8F4B-BA50-4599BC35B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A8B59F-740F-6A43-90EF-809F7B6FF0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8E3F70-B80A-7B47-8B48-BA86ABABF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0AF793-07BC-8C4B-A644-0B034D910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F9F797-3957-3D48-80A9-0B26518D3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63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04250-585A-4C4C-82C5-2813E03AD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7FA1F3-C115-5F4A-90EA-C0849301BA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83FAEE-D19F-EC44-B4A1-ACEB70D287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024FE2-EE34-414F-81C2-580570AF2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3A71E-837C-1A4F-AB14-8A8606AD9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CDA76-49EB-5D4E-B155-E84021C8D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12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CF0AE-B732-9743-A80D-9B1B91CBE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B42B4A-6F79-4F48-ABE8-4AD6F57FAB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5662C-5231-D74C-A701-B8099801A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088C9E-C6FF-6F4A-86D9-E86A03FA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8AF75C-E45C-D14F-97DC-2FA8EEAB7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529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68716E-71B9-D840-ABCE-C2AF76BC66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B6EA28-8990-FD48-AD46-975F2C5593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96A51-99AF-EE48-B7A4-EB1A2075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07915-5CD0-0D41-BA59-85111D5C9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C0EE42-8F59-2F47-B52A-8353D29DD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674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16545-75AD-9E43-84AE-8575AC504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9604FD-9920-DB44-8672-492FAA097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72FFC-BC69-0F49-A24D-34992288C0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9688E-617D-3141-A144-D95BBDEA8366}" type="datetimeFigureOut">
              <a:rPr lang="en-US" smtClean="0"/>
              <a:t>11/20/19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180DF-7AAE-BD48-9222-33B71FE5B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978C14-DDC3-BC4E-AAE9-29D660C75B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190E3E-A726-2349-9EAD-76D625771D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586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6240363-E697-8E41-9513-98B3298E875B}"/>
              </a:ext>
            </a:extLst>
          </p:cNvPr>
          <p:cNvSpPr/>
          <p:nvPr/>
        </p:nvSpPr>
        <p:spPr>
          <a:xfrm>
            <a:off x="6873765" y="3689931"/>
            <a:ext cx="1140379" cy="2942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Distributor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E4B3BA-7709-0B4B-83A2-C1F402CC2800}"/>
              </a:ext>
            </a:extLst>
          </p:cNvPr>
          <p:cNvSpPr/>
          <p:nvPr/>
        </p:nvSpPr>
        <p:spPr>
          <a:xfrm>
            <a:off x="8429293" y="3692557"/>
            <a:ext cx="1313802" cy="2942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Retailer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5D171A-A3FC-8549-8100-161B6E36CFBC}"/>
              </a:ext>
            </a:extLst>
          </p:cNvPr>
          <p:cNvSpPr/>
          <p:nvPr/>
        </p:nvSpPr>
        <p:spPr>
          <a:xfrm>
            <a:off x="5047588" y="3689930"/>
            <a:ext cx="1411027" cy="2942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Manufacturer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A69344-9672-D946-9100-7E3AFDD0905E}"/>
              </a:ext>
            </a:extLst>
          </p:cNvPr>
          <p:cNvSpPr/>
          <p:nvPr/>
        </p:nvSpPr>
        <p:spPr>
          <a:xfrm>
            <a:off x="3683869" y="3689929"/>
            <a:ext cx="893397" cy="296917"/>
          </a:xfrm>
          <a:prstGeom prst="rect">
            <a:avLst/>
          </a:prstGeom>
          <a:solidFill>
            <a:srgbClr val="FF9300"/>
          </a:solidFill>
          <a:ln>
            <a:solidFill>
              <a:srgbClr val="FF9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Supplier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924C34-7207-8542-B38A-A46BF547C2A0}"/>
              </a:ext>
            </a:extLst>
          </p:cNvPr>
          <p:cNvSpPr/>
          <p:nvPr/>
        </p:nvSpPr>
        <p:spPr>
          <a:xfrm>
            <a:off x="2249224" y="3689931"/>
            <a:ext cx="893397" cy="294290"/>
          </a:xfrm>
          <a:prstGeom prst="rect">
            <a:avLst/>
          </a:prstGeom>
          <a:solidFill>
            <a:srgbClr val="941651"/>
          </a:solidFill>
          <a:ln>
            <a:solidFill>
              <a:srgbClr val="94165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Farmer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EAC187-5C8F-794B-876E-0463F216F8A4}"/>
              </a:ext>
            </a:extLst>
          </p:cNvPr>
          <p:cNvSpPr/>
          <p:nvPr/>
        </p:nvSpPr>
        <p:spPr>
          <a:xfrm>
            <a:off x="2219407" y="5638241"/>
            <a:ext cx="7523688" cy="3152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Centaur" panose="02030504050205020304" pitchFamily="18" charset="77"/>
              </a:rPr>
              <a:t>Order IDs, Product IDs, Lot IDs, Parties involved in each transactions, Hash of private data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7ACA021-58E8-4346-BE6F-23F98D8C92E9}"/>
              </a:ext>
            </a:extLst>
          </p:cNvPr>
          <p:cNvSpPr/>
          <p:nvPr/>
        </p:nvSpPr>
        <p:spPr>
          <a:xfrm>
            <a:off x="2451711" y="3984221"/>
            <a:ext cx="1313803" cy="739836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Centaur" panose="02030504050205020304" pitchFamily="18" charset="77"/>
              </a:rPr>
              <a:t>Order details, Invoice, Proof of payment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0F938C3-083B-3C42-8E86-D75AA8B33095}"/>
              </a:ext>
            </a:extLst>
          </p:cNvPr>
          <p:cNvSpPr/>
          <p:nvPr/>
        </p:nvSpPr>
        <p:spPr>
          <a:xfrm>
            <a:off x="4024378" y="3989364"/>
            <a:ext cx="1313803" cy="739836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Centaur" panose="02030504050205020304" pitchFamily="18" charset="77"/>
              </a:rPr>
              <a:t>Order details, Invoice, Proof of payment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BA1D4D9-8631-0D41-A1BC-99BF107582CE}"/>
              </a:ext>
            </a:extLst>
          </p:cNvPr>
          <p:cNvSpPr/>
          <p:nvPr/>
        </p:nvSpPr>
        <p:spPr>
          <a:xfrm>
            <a:off x="5729785" y="3990662"/>
            <a:ext cx="1313803" cy="739836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Centaur" panose="02030504050205020304" pitchFamily="18" charset="77"/>
              </a:rPr>
              <a:t>Order details, Invoice, Proof of payment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E1C499E-E80F-874B-8264-F7C7C6F99380}"/>
              </a:ext>
            </a:extLst>
          </p:cNvPr>
          <p:cNvSpPr/>
          <p:nvPr/>
        </p:nvSpPr>
        <p:spPr>
          <a:xfrm>
            <a:off x="7301211" y="3994087"/>
            <a:ext cx="1395576" cy="739836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Centaur" panose="02030504050205020304" pitchFamily="18" charset="77"/>
              </a:rPr>
              <a:t>Order details, Invoice, Proof of payment,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8D13A8-DA75-954D-83B1-1D3F66B5C90A}"/>
              </a:ext>
            </a:extLst>
          </p:cNvPr>
          <p:cNvSpPr txBox="1"/>
          <p:nvPr/>
        </p:nvSpPr>
        <p:spPr>
          <a:xfrm>
            <a:off x="2347301" y="4652733"/>
            <a:ext cx="1501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farmer &amp; supplier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591BF8-7EBB-2145-A2BB-137CE1DBE2C3}"/>
              </a:ext>
            </a:extLst>
          </p:cNvPr>
          <p:cNvSpPr txBox="1"/>
          <p:nvPr/>
        </p:nvSpPr>
        <p:spPr>
          <a:xfrm>
            <a:off x="4098109" y="4665673"/>
            <a:ext cx="11663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   supplier &amp; </a:t>
            </a:r>
            <a:br>
              <a:rPr lang="en-US" sz="1600" dirty="0">
                <a:latin typeface="Centaur" panose="02030504050205020304" pitchFamily="18" charset="77"/>
              </a:rPr>
            </a:br>
            <a:r>
              <a:rPr lang="en-US" sz="1600" dirty="0">
                <a:latin typeface="Centaur" panose="02030504050205020304" pitchFamily="18" charset="77"/>
              </a:rPr>
              <a:t>manufacturer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2FAEC4-7624-9E44-9C86-BDC7B1504090}"/>
              </a:ext>
            </a:extLst>
          </p:cNvPr>
          <p:cNvSpPr txBox="1"/>
          <p:nvPr/>
        </p:nvSpPr>
        <p:spPr>
          <a:xfrm>
            <a:off x="5754972" y="4667577"/>
            <a:ext cx="13955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manufacturer &amp; </a:t>
            </a:r>
            <a:br>
              <a:rPr lang="en-US" sz="1600" dirty="0">
                <a:latin typeface="Centaur" panose="02030504050205020304" pitchFamily="18" charset="77"/>
              </a:rPr>
            </a:br>
            <a:r>
              <a:rPr lang="en-US" sz="1600" dirty="0">
                <a:latin typeface="Centaur" panose="02030504050205020304" pitchFamily="18" charset="77"/>
              </a:rPr>
              <a:t>distributors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CCEDB3-BB7F-0A42-AF6A-762040B9DD28}"/>
              </a:ext>
            </a:extLst>
          </p:cNvPr>
          <p:cNvSpPr txBox="1"/>
          <p:nvPr/>
        </p:nvSpPr>
        <p:spPr>
          <a:xfrm>
            <a:off x="7395394" y="4652732"/>
            <a:ext cx="12734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distributors &amp; </a:t>
            </a:r>
            <a:br>
              <a:rPr lang="en-US" sz="1600" dirty="0">
                <a:latin typeface="Centaur" panose="02030504050205020304" pitchFamily="18" charset="77"/>
              </a:rPr>
            </a:br>
            <a:r>
              <a:rPr lang="en-US" sz="1600" dirty="0">
                <a:latin typeface="Centaur" panose="02030504050205020304" pitchFamily="18" charset="77"/>
              </a:rPr>
              <a:t>retailer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6A1940-409E-BB4D-831B-D52E643525FE}"/>
              </a:ext>
            </a:extLst>
          </p:cNvPr>
          <p:cNvSpPr txBox="1"/>
          <p:nvPr/>
        </p:nvSpPr>
        <p:spPr>
          <a:xfrm>
            <a:off x="4247921" y="5199550"/>
            <a:ext cx="3100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entaur" panose="02030504050205020304" pitchFamily="18" charset="77"/>
              </a:rPr>
              <a:t>Private Data Between Two Actors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00BAB8-1AFA-B043-A560-7B70C329DFB3}"/>
              </a:ext>
            </a:extLst>
          </p:cNvPr>
          <p:cNvSpPr txBox="1"/>
          <p:nvPr/>
        </p:nvSpPr>
        <p:spPr>
          <a:xfrm>
            <a:off x="5371611" y="5929267"/>
            <a:ext cx="21622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entaur" panose="02030504050205020304" pitchFamily="18" charset="77"/>
              </a:rPr>
              <a:t>Replicated Ledger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44C0D4D-7202-1D4E-9082-9237A5A4D4E1}"/>
              </a:ext>
            </a:extLst>
          </p:cNvPr>
          <p:cNvSpPr/>
          <p:nvPr/>
        </p:nvSpPr>
        <p:spPr>
          <a:xfrm>
            <a:off x="8847451" y="4002086"/>
            <a:ext cx="1395576" cy="716988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Centaur" panose="02030504050205020304" pitchFamily="18" charset="77"/>
              </a:rPr>
              <a:t>Sales record </a:t>
            </a:r>
            <a:br>
              <a:rPr lang="en-US" sz="1600" b="1" dirty="0">
                <a:latin typeface="Centaur" panose="02030504050205020304" pitchFamily="18" charset="77"/>
              </a:rPr>
            </a:br>
            <a:r>
              <a:rPr lang="en-US" sz="1600" b="1" dirty="0">
                <a:latin typeface="Centaur" panose="02030504050205020304" pitchFamily="18" charset="77"/>
              </a:rPr>
              <a:t>(Customer -&gt; </a:t>
            </a:r>
            <a:r>
              <a:rPr lang="en-US" sz="1600" b="1" dirty="0" err="1">
                <a:latin typeface="Centaur" panose="02030504050205020304" pitchFamily="18" charset="77"/>
              </a:rPr>
              <a:t>Produc</a:t>
            </a:r>
            <a:r>
              <a:rPr lang="en-US" sz="1600" b="1" dirty="0">
                <a:latin typeface="Centaur" panose="02030504050205020304" pitchFamily="18" charset="77"/>
              </a:rPr>
              <a:t> IDs)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FFC1776-EEBC-BE49-AC20-4E335F673FE9}"/>
              </a:ext>
            </a:extLst>
          </p:cNvPr>
          <p:cNvCxnSpPr/>
          <p:nvPr/>
        </p:nvCxnSpPr>
        <p:spPr>
          <a:xfrm>
            <a:off x="8766360" y="3984221"/>
            <a:ext cx="0" cy="12153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CD88208-7C6A-4E41-86B8-5C13CB35E7E6}"/>
              </a:ext>
            </a:extLst>
          </p:cNvPr>
          <p:cNvSpPr txBox="1"/>
          <p:nvPr/>
        </p:nvSpPr>
        <p:spPr>
          <a:xfrm>
            <a:off x="8743966" y="5015509"/>
            <a:ext cx="16025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entaur" panose="02030504050205020304" pitchFamily="18" charset="77"/>
              </a:rPr>
              <a:t>Private Data With </a:t>
            </a:r>
            <a:br>
              <a:rPr lang="en-US" sz="1600" b="1" dirty="0">
                <a:latin typeface="Centaur" panose="02030504050205020304" pitchFamily="18" charset="77"/>
              </a:rPr>
            </a:br>
            <a:r>
              <a:rPr lang="en-US" sz="1600" b="1" dirty="0">
                <a:latin typeface="Centaur" panose="02030504050205020304" pitchFamily="18" charset="77"/>
              </a:rPr>
              <a:t>Single Actor</a:t>
            </a:r>
          </a:p>
        </p:txBody>
      </p:sp>
    </p:spTree>
    <p:extLst>
      <p:ext uri="{BB962C8B-B14F-4D97-AF65-F5344CB8AC3E}">
        <p14:creationId xmlns:p14="http://schemas.microsoft.com/office/powerpoint/2010/main" val="4108186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95</Words>
  <Application>Microsoft Macintosh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Centaur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Senthilnathan Natarajan</dc:creator>
  <cp:lastModifiedBy>Senthilnathan Natarajan</cp:lastModifiedBy>
  <cp:revision>2</cp:revision>
  <dcterms:created xsi:type="dcterms:W3CDTF">2019-11-20T16:07:24Z</dcterms:created>
  <dcterms:modified xsi:type="dcterms:W3CDTF">2019-11-20T16:25:16Z</dcterms:modified>
</cp:coreProperties>
</file>