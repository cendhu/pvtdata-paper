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76B7-DC5B-C745-8F9C-47074DE20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CD96B-DEF0-5B48-823A-15CE33390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3D691-5200-1949-A224-5547A4E8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6A21-B5A5-3140-AE39-864EC25C0805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EC77C-DF3C-EB4B-A10A-8E96E4F4F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C3C00-950D-184A-887B-BE8F9A10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DC2C-BB95-8B4B-88CF-84D36FE92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18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1318-CF05-B044-9DE9-4D59FB54F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50D16-F778-DE47-A2FB-47304E895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F4EBA-96B2-5840-9BD8-D12A43A6E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6A21-B5A5-3140-AE39-864EC25C0805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8745D-E6EE-F943-BCFF-1C7118D2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771C0-AA1D-6845-9E8D-C1A1CC510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DC2C-BB95-8B4B-88CF-84D36FE92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46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2201-1DE6-A347-83D0-FE4331DD4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22B5F-A77D-A645-ACB2-F0D3CA46B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9CFB0-5094-2E4F-B459-8A9269CB7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6A21-B5A5-3140-AE39-864EC25C0805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99C6D-7F44-4849-85B3-A876D122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51B05-5F8E-E142-9544-60ED865A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DC2C-BB95-8B4B-88CF-84D36FE92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9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DB6C1-7539-864F-9BA9-68F62DFA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2EF42-D767-C34F-ABA0-C402A6033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0A1DB-B8A0-3042-AADB-4E5F767DC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2CCA5-08B2-D946-939D-165373D5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6A21-B5A5-3140-AE39-864EC25C0805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7D7F5-362D-4B49-A057-D6BF4CAA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B676F-1FF4-EB45-9880-54F0CF77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DC2C-BB95-8B4B-88CF-84D36FE92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8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BA149-9082-744B-88C8-6278C5CD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345C7-2F02-C444-A86A-C6901DFE9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35358-DDA3-C149-B117-ECFDD1CD4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151F8F-FE7C-244C-B3AB-33237C381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70944D-655D-F343-A6B3-06E74403E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EE7E5B-B776-EB4D-A0EE-02349551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6A21-B5A5-3140-AE39-864EC25C0805}" type="datetimeFigureOut">
              <a:rPr lang="en-US" smtClean="0"/>
              <a:t>12/2/19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DFBCB-57D8-9C4D-BD9C-A109E86A2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87252D-F5BC-2047-8171-8959C5E8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DC2C-BB95-8B4B-88CF-84D36FE92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3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F396E-43A0-D941-A424-FB3C17721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116DE-ACE7-8C41-B121-D1C72D9F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6A21-B5A5-3140-AE39-864EC25C0805}" type="datetimeFigureOut">
              <a:rPr lang="en-US" smtClean="0"/>
              <a:t>12/2/19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5EC26-27B8-C64A-B56A-EA6F0F145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96C71-278E-A04F-AF3B-0C5A5E1E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DC2C-BB95-8B4B-88CF-84D36FE92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3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755F1-29E7-F84B-A315-39617F9EA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6A21-B5A5-3140-AE39-864EC25C0805}" type="datetimeFigureOut">
              <a:rPr lang="en-US" smtClean="0"/>
              <a:t>12/2/19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6CE4E-7A75-F845-BB67-BF8D7A28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5B9EE-0D85-4C44-8601-3A985413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DC2C-BB95-8B4B-88CF-84D36FE92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4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BEFEF-FD03-3441-B967-57070276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87788-4659-EB4B-B876-42AB5CEA1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AC01-63DA-2D4D-8AC2-FC033DAD4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C4C66-DE93-3A4A-A3BE-C09F7735A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6A21-B5A5-3140-AE39-864EC25C0805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D19C1-DA94-894F-93D7-46C08E6C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89BCF-8D72-D144-B133-4B092C4D1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DC2C-BB95-8B4B-88CF-84D36FE92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6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B046-62DF-DA43-A982-C70BC510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4F98C8-5D35-C941-AEB6-6EFE59C35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2963F-BCC2-8A46-8A91-618A3AA29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6E992-8A6E-BC4D-962B-82871496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6A21-B5A5-3140-AE39-864EC25C0805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55D40-8E64-CD4D-BC40-2832FE054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801E5-9B8A-CF42-AC0A-0A79AE21D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DC2C-BB95-8B4B-88CF-84D36FE92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56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8308B-6D4A-D841-AEEB-876DE43D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1963C-A519-8845-B9FC-51A541C2D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7786A-27A7-9645-94D8-C0EE25881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6A21-B5A5-3140-AE39-864EC25C0805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E139F-9731-BA44-9DE0-7AC1490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D50D5-70DC-BD43-982A-5A348DC25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DC2C-BB95-8B4B-88CF-84D36FE92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14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AC83A-B9E8-0F44-B05D-6D0B62E76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BE883A-56E4-AD47-B376-C603D5985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D3923-A7CF-5643-8A2F-0EBBCC3B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6A21-B5A5-3140-AE39-864EC25C0805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23BCB-D3D9-D949-B1A1-DC73CB77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8CD9A-2374-2C46-BE79-6A828812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DC2C-BB95-8B4B-88CF-84D36FE92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4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BA3D2-CA47-D94A-8EA4-AB9CBB826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FFADA-AF00-C94B-A4DA-84B84030A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AF5A1-BB6A-384E-9668-170B645E59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6A21-B5A5-3140-AE39-864EC25C0805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E952-2A24-CE48-BF40-DAC92BF9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24E17-4A40-3A49-911E-059C73E14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3DC2C-BB95-8B4B-88CF-84D36FE92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58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9FC1BB-DF6E-8248-8C71-E4714582697D}"/>
              </a:ext>
            </a:extLst>
          </p:cNvPr>
          <p:cNvSpPr/>
          <p:nvPr/>
        </p:nvSpPr>
        <p:spPr>
          <a:xfrm>
            <a:off x="5524763" y="1947387"/>
            <a:ext cx="1043704" cy="2942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Regulator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F38872-9D8A-CF4B-B795-58D86E6B4AE8}"/>
              </a:ext>
            </a:extLst>
          </p:cNvPr>
          <p:cNvSpPr/>
          <p:nvPr/>
        </p:nvSpPr>
        <p:spPr>
          <a:xfrm>
            <a:off x="4151905" y="1947386"/>
            <a:ext cx="1142524" cy="29429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Hospital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03E919-2252-D646-9D3B-0BBAB8CDAF2B}"/>
              </a:ext>
            </a:extLst>
          </p:cNvPr>
          <p:cNvSpPr/>
          <p:nvPr/>
        </p:nvSpPr>
        <p:spPr>
          <a:xfrm>
            <a:off x="2762505" y="1944760"/>
            <a:ext cx="1159066" cy="296917"/>
          </a:xfrm>
          <a:prstGeom prst="rect">
            <a:avLst/>
          </a:prstGeom>
          <a:solidFill>
            <a:srgbClr val="FF9300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Hospital 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3349CA-4E32-7548-8148-F3320D658F39}"/>
              </a:ext>
            </a:extLst>
          </p:cNvPr>
          <p:cNvSpPr/>
          <p:nvPr/>
        </p:nvSpPr>
        <p:spPr>
          <a:xfrm>
            <a:off x="1367336" y="1947387"/>
            <a:ext cx="1159066" cy="294290"/>
          </a:xfrm>
          <a:prstGeom prst="rect">
            <a:avLst/>
          </a:prstGeom>
          <a:solidFill>
            <a:srgbClr val="941651"/>
          </a:solidFill>
          <a:ln>
            <a:solidFill>
              <a:srgbClr val="9416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Hospital 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A7A88B3-EC00-6D46-A720-EF3B255C6B61}"/>
              </a:ext>
            </a:extLst>
          </p:cNvPr>
          <p:cNvSpPr/>
          <p:nvPr/>
        </p:nvSpPr>
        <p:spPr>
          <a:xfrm>
            <a:off x="1367336" y="2352979"/>
            <a:ext cx="6475169" cy="2427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  <a:cs typeface="Times New Roman" panose="02020603050405020304" pitchFamily="18" charset="0"/>
              </a:rPr>
              <a:t>Patient ID, Patient Electronic Medical Record (EMR), Invoice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FFC5C4-6EA8-B446-B854-B339F60E63BD}"/>
              </a:ext>
            </a:extLst>
          </p:cNvPr>
          <p:cNvSpPr txBox="1"/>
          <p:nvPr/>
        </p:nvSpPr>
        <p:spPr>
          <a:xfrm>
            <a:off x="6255024" y="2526646"/>
            <a:ext cx="15329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entaur" panose="02030504050205020304" pitchFamily="18" charset="77"/>
                <a:cs typeface="Times New Roman" panose="02020603050405020304" pitchFamily="18" charset="0"/>
              </a:rPr>
              <a:t>Replicated Ledger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9C46D0A-77AC-5E4D-B7FB-AB3462BD2590}"/>
              </a:ext>
            </a:extLst>
          </p:cNvPr>
          <p:cNvSpPr/>
          <p:nvPr/>
        </p:nvSpPr>
        <p:spPr>
          <a:xfrm>
            <a:off x="6798801" y="1947387"/>
            <a:ext cx="1043704" cy="29429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Insurance</a:t>
            </a:r>
          </a:p>
        </p:txBody>
      </p:sp>
      <p:sp>
        <p:nvSpPr>
          <p:cNvPr id="52" name="Cube 51">
            <a:extLst>
              <a:ext uri="{FF2B5EF4-FFF2-40B4-BE49-F238E27FC236}">
                <a16:creationId xmlns:a16="http://schemas.microsoft.com/office/drawing/2014/main" id="{A93B3E3F-5F37-024D-8D53-270F2BD229C9}"/>
              </a:ext>
            </a:extLst>
          </p:cNvPr>
          <p:cNvSpPr/>
          <p:nvPr/>
        </p:nvSpPr>
        <p:spPr>
          <a:xfrm>
            <a:off x="3070660" y="3102945"/>
            <a:ext cx="546652" cy="278295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ube 52">
            <a:extLst>
              <a:ext uri="{FF2B5EF4-FFF2-40B4-BE49-F238E27FC236}">
                <a16:creationId xmlns:a16="http://schemas.microsoft.com/office/drawing/2014/main" id="{2F9C3362-CB2F-0748-86C3-33002A3470CA}"/>
              </a:ext>
            </a:extLst>
          </p:cNvPr>
          <p:cNvSpPr/>
          <p:nvPr/>
        </p:nvSpPr>
        <p:spPr>
          <a:xfrm>
            <a:off x="4662842" y="3102946"/>
            <a:ext cx="546652" cy="278295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ube 53">
            <a:extLst>
              <a:ext uri="{FF2B5EF4-FFF2-40B4-BE49-F238E27FC236}">
                <a16:creationId xmlns:a16="http://schemas.microsoft.com/office/drawing/2014/main" id="{D81F3CE8-95D7-4A49-AB72-A13139BB62D4}"/>
              </a:ext>
            </a:extLst>
          </p:cNvPr>
          <p:cNvSpPr/>
          <p:nvPr/>
        </p:nvSpPr>
        <p:spPr>
          <a:xfrm>
            <a:off x="6255024" y="3102946"/>
            <a:ext cx="546652" cy="278295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9F788E-634C-2641-A7B8-CEF0E14A27E2}"/>
              </a:ext>
            </a:extLst>
          </p:cNvPr>
          <p:cNvSpPr txBox="1"/>
          <p:nvPr/>
        </p:nvSpPr>
        <p:spPr>
          <a:xfrm>
            <a:off x="2631196" y="2838097"/>
            <a:ext cx="142168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aur" panose="02030504050205020304" pitchFamily="18" charset="77"/>
              </a:rPr>
              <a:t>Patient’s wallet</a:t>
            </a: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3BFE0017-300C-AA47-A84F-98BE7E536947}"/>
              </a:ext>
            </a:extLst>
          </p:cNvPr>
          <p:cNvCxnSpPr>
            <a:cxnSpLocks/>
          </p:cNvCxnSpPr>
          <p:nvPr/>
        </p:nvCxnSpPr>
        <p:spPr>
          <a:xfrm rot="10800000">
            <a:off x="2679364" y="2575263"/>
            <a:ext cx="371418" cy="701616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D0774A82-CE31-7647-9AAB-0B33C9640591}"/>
              </a:ext>
            </a:extLst>
          </p:cNvPr>
          <p:cNvCxnSpPr>
            <a:cxnSpLocks/>
          </p:cNvCxnSpPr>
          <p:nvPr/>
        </p:nvCxnSpPr>
        <p:spPr>
          <a:xfrm rot="10800000">
            <a:off x="4251285" y="2575264"/>
            <a:ext cx="401618" cy="701617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56E11FE5-B3B8-7944-AF61-2947B89F8057}"/>
              </a:ext>
            </a:extLst>
          </p:cNvPr>
          <p:cNvCxnSpPr>
            <a:cxnSpLocks/>
            <a:stCxn id="54" idx="2"/>
          </p:cNvCxnSpPr>
          <p:nvPr/>
        </p:nvCxnSpPr>
        <p:spPr>
          <a:xfrm rot="10800000">
            <a:off x="5768698" y="2560728"/>
            <a:ext cx="486327" cy="716153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C1F24AB-F324-1947-BB1F-08791F107545}"/>
              </a:ext>
            </a:extLst>
          </p:cNvPr>
          <p:cNvSpPr txBox="1"/>
          <p:nvPr/>
        </p:nvSpPr>
        <p:spPr>
          <a:xfrm>
            <a:off x="1896702" y="2566716"/>
            <a:ext cx="133094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Centaur" panose="02030504050205020304" pitchFamily="18" charset="77"/>
              </a:rPr>
              <a:t>Access control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CF1222-B167-934F-81E0-8C6147E0A3C8}"/>
              </a:ext>
            </a:extLst>
          </p:cNvPr>
          <p:cNvSpPr txBox="1"/>
          <p:nvPr/>
        </p:nvSpPr>
        <p:spPr>
          <a:xfrm>
            <a:off x="4980450" y="2566716"/>
            <a:ext cx="133094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Centaur" panose="02030504050205020304" pitchFamily="18" charset="77"/>
              </a:rPr>
              <a:t>Access control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3E2AFF-A875-C146-BD6B-31CF4984BC4A}"/>
              </a:ext>
            </a:extLst>
          </p:cNvPr>
          <p:cNvSpPr txBox="1"/>
          <p:nvPr/>
        </p:nvSpPr>
        <p:spPr>
          <a:xfrm>
            <a:off x="3464168" y="2560727"/>
            <a:ext cx="133094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Centaur" panose="02030504050205020304" pitchFamily="18" charset="77"/>
              </a:rPr>
              <a:t>Access control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9AC20B-6655-E64A-9F0E-0E4953FC8745}"/>
              </a:ext>
            </a:extLst>
          </p:cNvPr>
          <p:cNvSpPr txBox="1"/>
          <p:nvPr/>
        </p:nvSpPr>
        <p:spPr>
          <a:xfrm>
            <a:off x="4186295" y="2838097"/>
            <a:ext cx="142168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aur" panose="02030504050205020304" pitchFamily="18" charset="77"/>
              </a:rPr>
              <a:t>Patient’s wallet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0491C9-4F24-314B-A56E-0A8F35857029}"/>
              </a:ext>
            </a:extLst>
          </p:cNvPr>
          <p:cNvSpPr txBox="1"/>
          <p:nvPr/>
        </p:nvSpPr>
        <p:spPr>
          <a:xfrm>
            <a:off x="5794207" y="2838097"/>
            <a:ext cx="142168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aur" panose="02030504050205020304" pitchFamily="18" charset="77"/>
              </a:rPr>
              <a:t>Patient’s wallet</a:t>
            </a:r>
          </a:p>
        </p:txBody>
      </p:sp>
    </p:spTree>
    <p:extLst>
      <p:ext uri="{BB962C8B-B14F-4D97-AF65-F5344CB8AC3E}">
        <p14:creationId xmlns:p14="http://schemas.microsoft.com/office/powerpoint/2010/main" val="37993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4865</TotalTime>
  <Words>33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Centaur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Senthilnathan Natarajan</cp:lastModifiedBy>
  <cp:revision>7</cp:revision>
  <dcterms:created xsi:type="dcterms:W3CDTF">2019-11-28T05:32:37Z</dcterms:created>
  <dcterms:modified xsi:type="dcterms:W3CDTF">2019-12-02T11:51:25Z</dcterms:modified>
</cp:coreProperties>
</file>